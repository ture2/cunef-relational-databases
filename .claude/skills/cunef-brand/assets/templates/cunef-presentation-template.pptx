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5" r:id="rId5"/>
    <p:sldId id="271" r:id="rId6"/>
    <p:sldId id="272" r:id="rId7"/>
    <p:sldId id="273" r:id="rId8"/>
    <p:sldId id="262" r:id="rId9"/>
    <p:sldId id="261" r:id="rId10"/>
    <p:sldId id="276" r:id="rId11"/>
    <p:sldId id="260" r:id="rId12"/>
    <p:sldId id="263" r:id="rId13"/>
    <p:sldId id="264" r:id="rId14"/>
    <p:sldId id="265" r:id="rId15"/>
    <p:sldId id="268" r:id="rId16"/>
    <p:sldId id="269" r:id="rId17"/>
    <p:sldId id="274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6" userDrawn="1">
          <p15:clr>
            <a:srgbClr val="A4A3A4"/>
          </p15:clr>
        </p15:guide>
        <p15:guide id="3" orient="horz" pos="3008" userDrawn="1">
          <p15:clr>
            <a:srgbClr val="A4A3A4"/>
          </p15:clr>
        </p15:guide>
        <p15:guide id="4" pos="42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2DC"/>
    <a:srgbClr val="E6E1DB"/>
    <a:srgbClr val="3585C6"/>
    <a:srgbClr val="71C2AD"/>
    <a:srgbClr val="292C63"/>
    <a:srgbClr val="41C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BCD7EC-DE68-4F6D-A608-2EC44E833953}" v="3" dt="2023-11-24T12:47:51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78" y="96"/>
      </p:cViewPr>
      <p:guideLst>
        <p:guide orient="horz" pos="2160"/>
        <p:guide pos="7106"/>
        <p:guide orient="horz" pos="3008"/>
        <p:guide pos="42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daluce González, Pablo" userId="fb99eae6-ee12-4819-83ea-12d91091ae58" providerId="ADAL" clId="{411E8E57-191B-49BD-9619-240600938A07}"/>
    <pc:docChg chg="undo redo custSel addSld delSld modSld modMainMaster">
      <pc:chgData name="Landaluce González, Pablo" userId="fb99eae6-ee12-4819-83ea-12d91091ae58" providerId="ADAL" clId="{411E8E57-191B-49BD-9619-240600938A07}" dt="2023-11-07T11:41:00.791" v="61" actId="14100"/>
      <pc:docMkLst>
        <pc:docMk/>
      </pc:docMkLst>
      <pc:sldChg chg="addSp delSp modSp mod">
        <pc:chgData name="Landaluce González, Pablo" userId="fb99eae6-ee12-4819-83ea-12d91091ae58" providerId="ADAL" clId="{411E8E57-191B-49BD-9619-240600938A07}" dt="2023-11-07T11:41:00.791" v="61" actId="14100"/>
        <pc:sldMkLst>
          <pc:docMk/>
          <pc:sldMk cId="2209628983" sldId="261"/>
        </pc:sldMkLst>
        <pc:spChg chg="add del mod">
          <ac:chgData name="Landaluce González, Pablo" userId="fb99eae6-ee12-4819-83ea-12d91091ae58" providerId="ADAL" clId="{411E8E57-191B-49BD-9619-240600938A07}" dt="2023-11-07T11:40:35.497" v="58" actId="1076"/>
          <ac:spMkLst>
            <pc:docMk/>
            <pc:sldMk cId="2209628983" sldId="261"/>
            <ac:spMk id="14" creationId="{EA708F58-A5A6-8312-2336-B557EFB1BBC4}"/>
          </ac:spMkLst>
        </pc:spChg>
        <pc:picChg chg="add del">
          <ac:chgData name="Landaluce González, Pablo" userId="fb99eae6-ee12-4819-83ea-12d91091ae58" providerId="ADAL" clId="{411E8E57-191B-49BD-9619-240600938A07}" dt="2023-11-07T11:38:56.958" v="39" actId="478"/>
          <ac:picMkLst>
            <pc:docMk/>
            <pc:sldMk cId="2209628983" sldId="261"/>
            <ac:picMk id="9" creationId="{09673A37-73FB-EA90-9BB0-71A81EFD1D98}"/>
          </ac:picMkLst>
        </pc:picChg>
        <pc:picChg chg="add mod">
          <ac:chgData name="Landaluce González, Pablo" userId="fb99eae6-ee12-4819-83ea-12d91091ae58" providerId="ADAL" clId="{411E8E57-191B-49BD-9619-240600938A07}" dt="2023-11-07T11:41:00.791" v="61" actId="14100"/>
          <ac:picMkLst>
            <pc:docMk/>
            <pc:sldMk cId="2209628983" sldId="261"/>
            <ac:picMk id="9" creationId="{A8E0341C-5C17-0CFB-DDF6-6E0235555A69}"/>
          </ac:picMkLst>
        </pc:picChg>
      </pc:sldChg>
      <pc:sldChg chg="modSp del mod">
        <pc:chgData name="Landaluce González, Pablo" userId="fb99eae6-ee12-4819-83ea-12d91091ae58" providerId="ADAL" clId="{411E8E57-191B-49BD-9619-240600938A07}" dt="2023-11-07T11:39:42.330" v="43" actId="47"/>
        <pc:sldMkLst>
          <pc:docMk/>
          <pc:sldMk cId="2370284807" sldId="270"/>
        </pc:sldMkLst>
        <pc:spChg chg="mod">
          <ac:chgData name="Landaluce González, Pablo" userId="fb99eae6-ee12-4819-83ea-12d91091ae58" providerId="ADAL" clId="{411E8E57-191B-49BD-9619-240600938A07}" dt="2023-11-07T11:39:30.511" v="41" actId="1076"/>
          <ac:spMkLst>
            <pc:docMk/>
            <pc:sldMk cId="2370284807" sldId="270"/>
            <ac:spMk id="7" creationId="{AE8FB216-9717-FDAB-D589-397B63DF3B0A}"/>
          </ac:spMkLst>
        </pc:spChg>
        <pc:spChg chg="mod">
          <ac:chgData name="Landaluce González, Pablo" userId="fb99eae6-ee12-4819-83ea-12d91091ae58" providerId="ADAL" clId="{411E8E57-191B-49BD-9619-240600938A07}" dt="2023-11-07T11:39:30.511" v="41" actId="1076"/>
          <ac:spMkLst>
            <pc:docMk/>
            <pc:sldMk cId="2370284807" sldId="270"/>
            <ac:spMk id="8" creationId="{FACAE4FF-2398-CBFB-31D1-D4C6E076D5DE}"/>
          </ac:spMkLst>
        </pc:spChg>
      </pc:sldChg>
      <pc:sldChg chg="new add del">
        <pc:chgData name="Landaluce González, Pablo" userId="fb99eae6-ee12-4819-83ea-12d91091ae58" providerId="ADAL" clId="{411E8E57-191B-49BD-9619-240600938A07}" dt="2023-11-07T11:40:26.496" v="56" actId="680"/>
        <pc:sldMkLst>
          <pc:docMk/>
          <pc:sldMk cId="1397117794" sldId="275"/>
        </pc:sldMkLst>
      </pc:sldChg>
      <pc:sldChg chg="modSp new del mod">
        <pc:chgData name="Landaluce González, Pablo" userId="fb99eae6-ee12-4819-83ea-12d91091ae58" providerId="ADAL" clId="{411E8E57-191B-49BD-9619-240600938A07}" dt="2023-11-07T11:40:16.699" v="53" actId="680"/>
        <pc:sldMkLst>
          <pc:docMk/>
          <pc:sldMk cId="1450543271" sldId="275"/>
        </pc:sldMkLst>
        <pc:spChg chg="mod">
          <ac:chgData name="Landaluce González, Pablo" userId="fb99eae6-ee12-4819-83ea-12d91091ae58" providerId="ADAL" clId="{411E8E57-191B-49BD-9619-240600938A07}" dt="2023-11-07T11:40:16.017" v="52" actId="20577"/>
          <ac:spMkLst>
            <pc:docMk/>
            <pc:sldMk cId="1450543271" sldId="275"/>
            <ac:spMk id="2" creationId="{1A22F4E0-55A1-2753-BF46-301DFBB9017D}"/>
          </ac:spMkLst>
        </pc:spChg>
      </pc:sldChg>
      <pc:sldChg chg="new del">
        <pc:chgData name="Landaluce González, Pablo" userId="fb99eae6-ee12-4819-83ea-12d91091ae58" providerId="ADAL" clId="{411E8E57-191B-49BD-9619-240600938A07}" dt="2023-11-07T11:40:07.895" v="47" actId="47"/>
        <pc:sldMkLst>
          <pc:docMk/>
          <pc:sldMk cId="2228222049" sldId="275"/>
        </pc:sldMkLst>
      </pc:sldChg>
      <pc:sldChg chg="new del">
        <pc:chgData name="Landaluce González, Pablo" userId="fb99eae6-ee12-4819-83ea-12d91091ae58" providerId="ADAL" clId="{411E8E57-191B-49BD-9619-240600938A07}" dt="2023-11-07T11:39:45.312" v="44" actId="47"/>
        <pc:sldMkLst>
          <pc:docMk/>
          <pc:sldMk cId="3658938122" sldId="275"/>
        </pc:sldMkLst>
      </pc:sldChg>
      <pc:sldMasterChg chg="modSldLayout">
        <pc:chgData name="Landaluce González, Pablo" userId="fb99eae6-ee12-4819-83ea-12d91091ae58" providerId="ADAL" clId="{411E8E57-191B-49BD-9619-240600938A07}" dt="2023-11-07T11:40:04.271" v="46" actId="1076"/>
        <pc:sldMasterMkLst>
          <pc:docMk/>
          <pc:sldMasterMk cId="98716707" sldId="2147483648"/>
        </pc:sldMasterMkLst>
        <pc:sldLayoutChg chg="addSp delSp mod">
          <pc:chgData name="Landaluce González, Pablo" userId="fb99eae6-ee12-4819-83ea-12d91091ae58" providerId="ADAL" clId="{411E8E57-191B-49BD-9619-240600938A07}" dt="2023-11-07T11:38:48.098" v="37" actId="478"/>
          <pc:sldLayoutMkLst>
            <pc:docMk/>
            <pc:sldMasterMk cId="98716707" sldId="2147483648"/>
            <pc:sldLayoutMk cId="2604191508" sldId="2147483661"/>
          </pc:sldLayoutMkLst>
          <pc:spChg chg="add del">
            <ac:chgData name="Landaluce González, Pablo" userId="fb99eae6-ee12-4819-83ea-12d91091ae58" providerId="ADAL" clId="{411E8E57-191B-49BD-9619-240600938A07}" dt="2023-11-07T11:38:48.098" v="37" actId="478"/>
            <ac:spMkLst>
              <pc:docMk/>
              <pc:sldMasterMk cId="98716707" sldId="2147483648"/>
              <pc:sldLayoutMk cId="2604191508" sldId="2147483661"/>
              <ac:spMk id="7" creationId="{ED1E0527-4F8E-3B80-EC74-9D282107C5BE}"/>
            </ac:spMkLst>
          </pc:spChg>
        </pc:sldLayoutChg>
        <pc:sldLayoutChg chg="addSp delSp modSp mod">
          <pc:chgData name="Landaluce González, Pablo" userId="fb99eae6-ee12-4819-83ea-12d91091ae58" providerId="ADAL" clId="{411E8E57-191B-49BD-9619-240600938A07}" dt="2023-11-07T11:40:04.271" v="46" actId="1076"/>
          <pc:sldLayoutMkLst>
            <pc:docMk/>
            <pc:sldMasterMk cId="98716707" sldId="2147483648"/>
            <pc:sldLayoutMk cId="290138411" sldId="2147483666"/>
          </pc:sldLayoutMkLst>
          <pc:spChg chg="mod">
            <ac:chgData name="Landaluce González, Pablo" userId="fb99eae6-ee12-4819-83ea-12d91091ae58" providerId="ADAL" clId="{411E8E57-191B-49BD-9619-240600938A07}" dt="2023-11-07T11:38:09.697" v="27" actId="1076"/>
            <ac:spMkLst>
              <pc:docMk/>
              <pc:sldMasterMk cId="98716707" sldId="2147483648"/>
              <pc:sldLayoutMk cId="290138411" sldId="2147483666"/>
              <ac:spMk id="5" creationId="{24769900-A804-2672-C3BE-D84550411284}"/>
            </ac:spMkLst>
          </pc:spChg>
          <pc:spChg chg="mod">
            <ac:chgData name="Landaluce González, Pablo" userId="fb99eae6-ee12-4819-83ea-12d91091ae58" providerId="ADAL" clId="{411E8E57-191B-49BD-9619-240600938A07}" dt="2023-11-07T11:40:04.271" v="46" actId="1076"/>
            <ac:spMkLst>
              <pc:docMk/>
              <pc:sldMasterMk cId="98716707" sldId="2147483648"/>
              <pc:sldLayoutMk cId="290138411" sldId="2147483666"/>
              <ac:spMk id="12" creationId="{785F66A4-8FAC-F201-EE6A-27CBB006DC5B}"/>
            </ac:spMkLst>
          </pc:spChg>
          <pc:spChg chg="mod">
            <ac:chgData name="Landaluce González, Pablo" userId="fb99eae6-ee12-4819-83ea-12d91091ae58" providerId="ADAL" clId="{411E8E57-191B-49BD-9619-240600938A07}" dt="2023-11-07T11:40:04.271" v="46" actId="1076"/>
            <ac:spMkLst>
              <pc:docMk/>
              <pc:sldMasterMk cId="98716707" sldId="2147483648"/>
              <pc:sldLayoutMk cId="290138411" sldId="2147483666"/>
              <ac:spMk id="15" creationId="{2AE04761-25F3-D7A8-036E-4AD90840652B}"/>
            </ac:spMkLst>
          </pc:spChg>
          <pc:picChg chg="del mod modCrop">
            <ac:chgData name="Landaluce González, Pablo" userId="fb99eae6-ee12-4819-83ea-12d91091ae58" providerId="ADAL" clId="{411E8E57-191B-49BD-9619-240600938A07}" dt="2023-11-07T11:37:08.175" v="13" actId="478"/>
            <ac:picMkLst>
              <pc:docMk/>
              <pc:sldMasterMk cId="98716707" sldId="2147483648"/>
              <pc:sldLayoutMk cId="290138411" sldId="2147483666"/>
              <ac:picMk id="3" creationId="{333809ED-B001-EB08-CFF7-D4D6CFC46B6B}"/>
            </ac:picMkLst>
          </pc:picChg>
          <pc:picChg chg="add mod modCrop">
            <ac:chgData name="Landaluce González, Pablo" userId="fb99eae6-ee12-4819-83ea-12d91091ae58" providerId="ADAL" clId="{411E8E57-191B-49BD-9619-240600938A07}" dt="2023-11-07T11:37:45.845" v="22" actId="1076"/>
            <ac:picMkLst>
              <pc:docMk/>
              <pc:sldMasterMk cId="98716707" sldId="2147483648"/>
              <pc:sldLayoutMk cId="290138411" sldId="2147483666"/>
              <ac:picMk id="4" creationId="{4ADD62DB-5342-886C-A005-5F795D4D9F16}"/>
            </ac:picMkLst>
          </pc:picChg>
        </pc:sldLayoutChg>
      </pc:sldMasterChg>
    </pc:docChg>
  </pc:docChgLst>
  <pc:docChgLst>
    <pc:chgData name="Landaluce González, Pablo" userId="fb99eae6-ee12-4819-83ea-12d91091ae58" providerId="ADAL" clId="{E3BCD7EC-DE68-4F6D-A608-2EC44E833953}"/>
    <pc:docChg chg="addSld delSld modSld modMainMaster">
      <pc:chgData name="Landaluce González, Pablo" userId="fb99eae6-ee12-4819-83ea-12d91091ae58" providerId="ADAL" clId="{E3BCD7EC-DE68-4F6D-A608-2EC44E833953}" dt="2023-11-24T12:47:56.437" v="10" actId="167"/>
      <pc:docMkLst>
        <pc:docMk/>
      </pc:docMkLst>
      <pc:sldChg chg="modSp mod">
        <pc:chgData name="Landaluce González, Pablo" userId="fb99eae6-ee12-4819-83ea-12d91091ae58" providerId="ADAL" clId="{E3BCD7EC-DE68-4F6D-A608-2EC44E833953}" dt="2023-11-24T12:45:34.567" v="4" actId="20577"/>
        <pc:sldMkLst>
          <pc:docMk/>
          <pc:sldMk cId="2390176679" sldId="271"/>
        </pc:sldMkLst>
        <pc:spChg chg="mod">
          <ac:chgData name="Landaluce González, Pablo" userId="fb99eae6-ee12-4819-83ea-12d91091ae58" providerId="ADAL" clId="{E3BCD7EC-DE68-4F6D-A608-2EC44E833953}" dt="2023-11-24T12:45:34.567" v="4" actId="20577"/>
          <ac:spMkLst>
            <pc:docMk/>
            <pc:sldMk cId="2390176679" sldId="271"/>
            <ac:spMk id="2" creationId="{49413A84-279E-5041-1140-3348FBDDEF8A}"/>
          </ac:spMkLst>
        </pc:spChg>
      </pc:sldChg>
      <pc:sldChg chg="add del">
        <pc:chgData name="Landaluce González, Pablo" userId="fb99eae6-ee12-4819-83ea-12d91091ae58" providerId="ADAL" clId="{E3BCD7EC-DE68-4F6D-A608-2EC44E833953}" dt="2023-11-24T12:46:34.369" v="6"/>
        <pc:sldMkLst>
          <pc:docMk/>
          <pc:sldMk cId="2508610522" sldId="276"/>
        </pc:sldMkLst>
      </pc:sldChg>
      <pc:sldChg chg="new">
        <pc:chgData name="Landaluce González, Pablo" userId="fb99eae6-ee12-4819-83ea-12d91091ae58" providerId="ADAL" clId="{E3BCD7EC-DE68-4F6D-A608-2EC44E833953}" dt="2023-11-24T12:47:30.857" v="7" actId="680"/>
        <pc:sldMkLst>
          <pc:docMk/>
          <pc:sldMk cId="4163767189" sldId="276"/>
        </pc:sldMkLst>
      </pc:sldChg>
      <pc:sldMasterChg chg="modSldLayout">
        <pc:chgData name="Landaluce González, Pablo" userId="fb99eae6-ee12-4819-83ea-12d91091ae58" providerId="ADAL" clId="{E3BCD7EC-DE68-4F6D-A608-2EC44E833953}" dt="2023-11-24T12:47:56.437" v="10" actId="167"/>
        <pc:sldMasterMkLst>
          <pc:docMk/>
          <pc:sldMasterMk cId="98716707" sldId="2147483648"/>
        </pc:sldMasterMkLst>
        <pc:sldLayoutChg chg="addSp modSp mod">
          <pc:chgData name="Landaluce González, Pablo" userId="fb99eae6-ee12-4819-83ea-12d91091ae58" providerId="ADAL" clId="{E3BCD7EC-DE68-4F6D-A608-2EC44E833953}" dt="2023-11-24T12:47:56.437" v="10" actId="167"/>
          <pc:sldLayoutMkLst>
            <pc:docMk/>
            <pc:sldMasterMk cId="98716707" sldId="2147483648"/>
            <pc:sldLayoutMk cId="116223345" sldId="2147483664"/>
          </pc:sldLayoutMkLst>
          <pc:spChg chg="add mod ord">
            <ac:chgData name="Landaluce González, Pablo" userId="fb99eae6-ee12-4819-83ea-12d91091ae58" providerId="ADAL" clId="{E3BCD7EC-DE68-4F6D-A608-2EC44E833953}" dt="2023-11-24T12:47:56.437" v="10" actId="167"/>
            <ac:spMkLst>
              <pc:docMk/>
              <pc:sldMasterMk cId="98716707" sldId="2147483648"/>
              <pc:sldLayoutMk cId="116223345" sldId="2147483664"/>
              <ac:spMk id="5" creationId="{0B9EFE76-9895-968F-8D64-ACEDEBFEB975}"/>
            </ac:spMkLst>
          </pc:spChg>
        </pc:sldLayoutChg>
        <pc:sldLayoutChg chg="modSp mod">
          <pc:chgData name="Landaluce González, Pablo" userId="fb99eae6-ee12-4819-83ea-12d91091ae58" providerId="ADAL" clId="{E3BCD7EC-DE68-4F6D-A608-2EC44E833953}" dt="2023-11-24T11:42:41.788" v="3" actId="1076"/>
          <pc:sldLayoutMkLst>
            <pc:docMk/>
            <pc:sldMasterMk cId="98716707" sldId="2147483648"/>
            <pc:sldLayoutMk cId="640911826" sldId="2147483670"/>
          </pc:sldLayoutMkLst>
          <pc:spChg chg="mod">
            <ac:chgData name="Landaluce González, Pablo" userId="fb99eae6-ee12-4819-83ea-12d91091ae58" providerId="ADAL" clId="{E3BCD7EC-DE68-4F6D-A608-2EC44E833953}" dt="2023-11-24T11:42:35.804" v="2" actId="6549"/>
            <ac:spMkLst>
              <pc:docMk/>
              <pc:sldMasterMk cId="98716707" sldId="2147483648"/>
              <pc:sldLayoutMk cId="640911826" sldId="2147483670"/>
              <ac:spMk id="15" creationId="{1F4BBCDA-C321-5ED1-BC69-C3160B29B26F}"/>
            </ac:spMkLst>
          </pc:spChg>
          <pc:picChg chg="mod">
            <ac:chgData name="Landaluce González, Pablo" userId="fb99eae6-ee12-4819-83ea-12d91091ae58" providerId="ADAL" clId="{E3BCD7EC-DE68-4F6D-A608-2EC44E833953}" dt="2023-11-24T11:42:41.788" v="3" actId="1076"/>
            <ac:picMkLst>
              <pc:docMk/>
              <pc:sldMasterMk cId="98716707" sldId="2147483648"/>
              <pc:sldLayoutMk cId="640911826" sldId="2147483670"/>
              <ac:picMk id="2" creationId="{577EB4E4-8E54-AB98-E7C5-0EB835EC626A}"/>
            </ac:picMkLst>
          </pc:pic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973208594625991E-2"/>
          <c:y val="3.6303630363036306E-2"/>
          <c:w val="0.88226848659335011"/>
          <c:h val="0.8742792546971233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EE2-40E3-B602-C02C30E31D8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EE2-40E3-B602-C02C30E31D8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EE2-40E3-B602-C02C30E31D8C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EE2-40E3-B602-C02C30E31D8C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EE2-40E3-B602-C02C30E31D8C}"/>
              </c:ext>
            </c:extLst>
          </c:dPt>
          <c:dLbls>
            <c:dLbl>
              <c:idx val="0"/>
              <c:layout>
                <c:manualLayout>
                  <c:x val="0.33282444047515453"/>
                  <c:y val="-4.62046204620462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EE2-40E3-B602-C02C30E31D8C}"/>
                </c:ext>
              </c:extLst>
            </c:dLbl>
            <c:dLbl>
              <c:idx val="1"/>
              <c:layout>
                <c:manualLayout>
                  <c:x val="0.38265205645260963"/>
                  <c:y val="-4.950495049504962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EE2-40E3-B602-C02C30E31D8C}"/>
                </c:ext>
              </c:extLst>
            </c:dLbl>
            <c:dLbl>
              <c:idx val="2"/>
              <c:layout>
                <c:manualLayout>
                  <c:x val="0.197192526744944"/>
                  <c:y val="-4.62046204620462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EE2-40E3-B602-C02C30E31D8C}"/>
                </c:ext>
              </c:extLst>
            </c:dLbl>
            <c:dLbl>
              <c:idx val="3"/>
              <c:layout>
                <c:manualLayout>
                  <c:x val="8.34178169838274E-2"/>
                  <c:y val="-4.95049504950495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r">
                    <a:defRPr sz="1197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EE2-40E3-B602-C02C30E31D8C}"/>
                </c:ext>
              </c:extLst>
            </c:dLbl>
            <c:dLbl>
              <c:idx val="4"/>
              <c:layout>
                <c:manualLayout>
                  <c:x val="0.30962682166273681"/>
                  <c:y val="-4.29042904290429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EE2-40E3-B602-C02C30E31D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0.8</c:v>
                </c:pt>
                <c:pt idx="1">
                  <c:v>0.9</c:v>
                </c:pt>
                <c:pt idx="2">
                  <c:v>0.5</c:v>
                </c:pt>
                <c:pt idx="3">
                  <c:v>0.2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2-40E3-B602-C02C30E31D8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Hoja1!$A$2:$A$6</c:f>
              <c:strCache>
                <c:ptCount val="5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</c:strCache>
            </c:strRef>
          </c:cat>
          <c:val>
            <c:numRef>
              <c:f>Hoja1!$C$2:$C$6</c:f>
              <c:numCache>
                <c:formatCode>0.00%</c:formatCode>
                <c:ptCount val="5"/>
                <c:pt idx="0">
                  <c:v>0.19999999999999996</c:v>
                </c:pt>
                <c:pt idx="1">
                  <c:v>9.9999999999999978E-2</c:v>
                </c:pt>
                <c:pt idx="2">
                  <c:v>0.5</c:v>
                </c:pt>
                <c:pt idx="3">
                  <c:v>0.8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E2-40E3-B602-C02C30E31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70"/>
        <c:overlap val="100"/>
        <c:axId val="60911952"/>
        <c:axId val="2076153791"/>
      </c:barChart>
      <c:catAx>
        <c:axId val="60911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076153791"/>
        <c:crosses val="autoZero"/>
        <c:auto val="1"/>
        <c:lblAlgn val="ctr"/>
        <c:lblOffset val="100"/>
        <c:noMultiLvlLbl val="0"/>
      </c:catAx>
      <c:valAx>
        <c:axId val="2076153791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091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120965116096201E-2"/>
          <c:y val="8.6366676929278241E-2"/>
          <c:w val="0.8755907034504129"/>
          <c:h val="0.91363332307072176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C5-4993-8E8C-E4574583A3B1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C5-4993-8E8C-E4574583A3B1}"/>
              </c:ext>
            </c:extLst>
          </c:dPt>
          <c:cat>
            <c:strRef>
              <c:f>Hoja1!$A$2:$A$3</c:f>
              <c:strCache>
                <c:ptCount val="2"/>
                <c:pt idx="0">
                  <c:v>1er trim.</c:v>
                </c:pt>
                <c:pt idx="1">
                  <c:v>2º trim.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0.25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C5-4993-8E8C-E4574583A3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120965116096201E-2"/>
          <c:y val="8.6366676929278241E-2"/>
          <c:w val="0.8755907034504129"/>
          <c:h val="0.91363332307072176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F12-4CEC-A8B6-A284DD102710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F12-4CEC-A8B6-A284DD102710}"/>
              </c:ext>
            </c:extLst>
          </c:dPt>
          <c:cat>
            <c:strRef>
              <c:f>Hoja1!$A$2:$A$3</c:f>
              <c:strCache>
                <c:ptCount val="2"/>
                <c:pt idx="0">
                  <c:v>1er trim.</c:v>
                </c:pt>
                <c:pt idx="1">
                  <c:v>2º trim.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12-4CEC-A8B6-A284DD102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120965116096201E-2"/>
          <c:y val="8.6366676929278241E-2"/>
          <c:w val="0.8755907034504129"/>
          <c:h val="0.91363332307072176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94-407D-A9EF-88910B7E7067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94-407D-A9EF-88910B7E7067}"/>
              </c:ext>
            </c:extLst>
          </c:dPt>
          <c:cat>
            <c:strRef>
              <c:f>Hoja1!$A$2:$A$3</c:f>
              <c:strCache>
                <c:ptCount val="2"/>
                <c:pt idx="0">
                  <c:v>1er trim.</c:v>
                </c:pt>
                <c:pt idx="1">
                  <c:v>2º trim.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94-407D-A9EF-88910B7E7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120965116096201E-2"/>
          <c:y val="8.6366676929278241E-2"/>
          <c:w val="0.8755907034504129"/>
          <c:h val="0.91363332307072176"/>
        </c:manualLayout>
      </c:layout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58-4798-AE04-7843925B6D5B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C58-4798-AE04-7843925B6D5B}"/>
              </c:ext>
            </c:extLst>
          </c:dPt>
          <c:cat>
            <c:strRef>
              <c:f>Hoja1!$A$2:$A$3</c:f>
              <c:strCache>
                <c:ptCount val="2"/>
                <c:pt idx="0">
                  <c:v>1er trim.</c:v>
                </c:pt>
                <c:pt idx="1">
                  <c:v>2º trim.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58-4798-AE04-7843925B6D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074"/>
          <c:y val="0.17319642322148193"/>
          <c:w val="0.82642555555555552"/>
          <c:h val="0.695540213284275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10</c:v>
                </c:pt>
                <c:pt idx="3">
                  <c:v>25</c:v>
                </c:pt>
                <c:pt idx="4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32-4F5F-81C4-2E8ECB7403A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Hoja1!$C$2:$C$6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31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32-4F5F-81C4-2E8ECB7403A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Hoja1!$D$2:$D$6</c:f>
              <c:numCache>
                <c:formatCode>General</c:formatCode>
                <c:ptCount val="5"/>
                <c:pt idx="0">
                  <c:v>20</c:v>
                </c:pt>
                <c:pt idx="1">
                  <c:v>21</c:v>
                </c:pt>
                <c:pt idx="2">
                  <c:v>25</c:v>
                </c:pt>
                <c:pt idx="3">
                  <c:v>38</c:v>
                </c:pt>
                <c:pt idx="4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32-4F5F-81C4-2E8ECB7403A9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Serie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Hoja1!$E$2:$E$6</c:f>
              <c:numCache>
                <c:formatCode>General</c:formatCode>
                <c:ptCount val="5"/>
                <c:pt idx="0">
                  <c:v>22</c:v>
                </c:pt>
                <c:pt idx="1">
                  <c:v>22</c:v>
                </c:pt>
                <c:pt idx="2">
                  <c:v>22</c:v>
                </c:pt>
                <c:pt idx="3">
                  <c:v>22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32-4F5F-81C4-2E8ECB7403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50"/>
        <c:axId val="1209155840"/>
        <c:axId val="1209156384"/>
      </c:barChart>
      <c:catAx>
        <c:axId val="1209155840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09156384"/>
        <c:crosses val="autoZero"/>
        <c:auto val="1"/>
        <c:lblAlgn val="ctr"/>
        <c:lblOffset val="100"/>
        <c:noMultiLvlLbl val="0"/>
      </c:catAx>
      <c:valAx>
        <c:axId val="1209156384"/>
        <c:scaling>
          <c:orientation val="minMax"/>
          <c:max val="6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09155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4.6778156430784135E-3"/>
          <c:w val="0.80161629629629627"/>
          <c:h val="0.11011989972083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90518518518519"/>
          <c:y val="0.16616336953048552"/>
          <c:w val="0.80290703703703703"/>
          <c:h val="0.7025732669752718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10</c:v>
                </c:pt>
                <c:pt idx="3">
                  <c:v>25</c:v>
                </c:pt>
                <c:pt idx="4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F5-4A49-803D-85C2114057F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Hoja1!$C$2:$C$6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31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F5-4A49-803D-85C2114057F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Hoja1!$D$2:$D$6</c:f>
              <c:numCache>
                <c:formatCode>General</c:formatCode>
                <c:ptCount val="5"/>
                <c:pt idx="0">
                  <c:v>20</c:v>
                </c:pt>
                <c:pt idx="1">
                  <c:v>21</c:v>
                </c:pt>
                <c:pt idx="2">
                  <c:v>25</c:v>
                </c:pt>
                <c:pt idx="3">
                  <c:v>38</c:v>
                </c:pt>
                <c:pt idx="4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F5-4A49-803D-85C2114057F1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Serie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Hoja1!$E$2:$E$6</c:f>
              <c:numCache>
                <c:formatCode>General</c:formatCode>
                <c:ptCount val="5"/>
                <c:pt idx="0">
                  <c:v>22</c:v>
                </c:pt>
                <c:pt idx="1">
                  <c:v>22</c:v>
                </c:pt>
                <c:pt idx="2">
                  <c:v>22</c:v>
                </c:pt>
                <c:pt idx="3">
                  <c:v>22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8F5-4A49-803D-85C2114057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axId val="1209157472"/>
        <c:axId val="1209161280"/>
      </c:barChart>
      <c:catAx>
        <c:axId val="120915747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09161280"/>
        <c:crosses val="autoZero"/>
        <c:auto val="1"/>
        <c:lblAlgn val="ctr"/>
        <c:lblOffset val="100"/>
        <c:noMultiLvlLbl val="0"/>
      </c:catAx>
      <c:valAx>
        <c:axId val="1209161280"/>
        <c:scaling>
          <c:orientation val="minMax"/>
          <c:max val="2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09157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4.6778156430784135E-3"/>
          <c:w val="0.80161629629629627"/>
          <c:h val="0.11011989972083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074"/>
          <c:y val="0.17319642322148193"/>
          <c:w val="0.82642555555555552"/>
          <c:h val="0.69554021328427551"/>
        </c:manualLayout>
      </c:layout>
      <c:barChart>
        <c:barDir val="bar"/>
        <c:grouping val="clustered"/>
        <c:varyColors val="0"/>
        <c:ser>
          <c:idx val="3"/>
          <c:order val="0"/>
          <c:tx>
            <c:strRef>
              <c:f>Hoja1!$E$1</c:f>
              <c:strCache>
                <c:ptCount val="1"/>
                <c:pt idx="0">
                  <c:v>Serie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Hoja1!$E$2:$E$6</c:f>
              <c:numCache>
                <c:formatCode>General</c:formatCode>
                <c:ptCount val="5"/>
                <c:pt idx="0">
                  <c:v>22</c:v>
                </c:pt>
                <c:pt idx="1">
                  <c:v>22</c:v>
                </c:pt>
                <c:pt idx="2">
                  <c:v>22</c:v>
                </c:pt>
                <c:pt idx="3">
                  <c:v>22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38-44D4-8ADF-687DC6A0C026}"/>
            </c:ext>
          </c:extLst>
        </c:ser>
        <c:ser>
          <c:idx val="2"/>
          <c:order val="1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Hoja1!$D$2:$D$6</c:f>
              <c:numCache>
                <c:formatCode>General</c:formatCode>
                <c:ptCount val="5"/>
                <c:pt idx="0">
                  <c:v>20</c:v>
                </c:pt>
                <c:pt idx="1">
                  <c:v>21</c:v>
                </c:pt>
                <c:pt idx="2">
                  <c:v>25</c:v>
                </c:pt>
                <c:pt idx="3">
                  <c:v>38</c:v>
                </c:pt>
                <c:pt idx="4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38-44D4-8ADF-687DC6A0C026}"/>
            </c:ext>
          </c:extLst>
        </c:ser>
        <c:ser>
          <c:idx val="1"/>
          <c:order val="2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Hoja1!$C$2:$C$6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31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38-44D4-8ADF-687DC6A0C026}"/>
            </c:ext>
          </c:extLst>
        </c:ser>
        <c:ser>
          <c:idx val="0"/>
          <c:order val="3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 w="12700">
              <a:noFill/>
            </a:ln>
            <a:effectLst/>
          </c:spPr>
          <c:invertIfNegative val="0"/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10</c:v>
                </c:pt>
                <c:pt idx="3">
                  <c:v>25</c:v>
                </c:pt>
                <c:pt idx="4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B38-44D4-8ADF-687DC6A0C0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50"/>
        <c:axId val="1209159104"/>
        <c:axId val="1209160192"/>
      </c:barChart>
      <c:catAx>
        <c:axId val="120915910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09160192"/>
        <c:crosses val="autoZero"/>
        <c:auto val="1"/>
        <c:lblAlgn val="ctr"/>
        <c:lblOffset val="100"/>
        <c:noMultiLvlLbl val="0"/>
      </c:catAx>
      <c:valAx>
        <c:axId val="1209160192"/>
        <c:scaling>
          <c:orientation val="minMax"/>
          <c:max val="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09159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4.6778156430784135E-3"/>
          <c:w val="0.80161629629629627"/>
          <c:h val="0.11011989972083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81157407407409"/>
          <c:y val="0.1785957602339181"/>
          <c:w val="0.8526069444444444"/>
          <c:h val="0.6689824561403507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Dato 1</c:v>
                </c:pt>
                <c:pt idx="1">
                  <c:v>Dato 2</c:v>
                </c:pt>
                <c:pt idx="2">
                  <c:v>Dato 3</c:v>
                </c:pt>
                <c:pt idx="3">
                  <c:v>Dato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70-45D8-A1F2-8744FF1AA7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Dato 1</c:v>
                </c:pt>
                <c:pt idx="1">
                  <c:v>Dato 2</c:v>
                </c:pt>
                <c:pt idx="2">
                  <c:v>Dato 3</c:v>
                </c:pt>
                <c:pt idx="3">
                  <c:v>Dato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70-45D8-A1F2-8744FF1AA7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Dato 1</c:v>
                </c:pt>
                <c:pt idx="1">
                  <c:v>Dato 2</c:v>
                </c:pt>
                <c:pt idx="2">
                  <c:v>Dato 3</c:v>
                </c:pt>
                <c:pt idx="3">
                  <c:v>Dato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70-45D8-A1F2-8744FF1AA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512880"/>
        <c:axId val="148511248"/>
      </c:lineChart>
      <c:catAx>
        <c:axId val="14851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s-ES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8511248"/>
        <c:crosses val="autoZero"/>
        <c:auto val="1"/>
        <c:lblAlgn val="ctr"/>
        <c:lblOffset val="100"/>
        <c:noMultiLvlLbl val="0"/>
      </c:catAx>
      <c:valAx>
        <c:axId val="14851124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s-ES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851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97052071897923109"/>
          <c:h val="7.91208969249214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E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 w="38100">
      <a:noFill/>
    </a:ln>
    <a:effectLst/>
  </c:spPr>
  <c:txPr>
    <a:bodyPr/>
    <a:lstStyle/>
    <a:p>
      <a:pPr>
        <a:defRPr sz="400">
          <a:solidFill>
            <a:schemeClr val="tx1"/>
          </a:solidFill>
        </a:defRPr>
      </a:pPr>
      <a:endParaRPr lang="es-E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60008208909547"/>
          <c:y val="0.20157611111111112"/>
          <c:w val="0.89239991791090456"/>
          <c:h val="0.66716055555555553"/>
        </c:manualLayout>
      </c:layout>
      <c:areaChart>
        <c:grouping val="stacke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Serie 4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Hoja1!$E$2:$E$6</c:f>
              <c:numCache>
                <c:formatCode>General</c:formatCode>
                <c:ptCount val="5"/>
                <c:pt idx="0">
                  <c:v>22</c:v>
                </c:pt>
                <c:pt idx="1">
                  <c:v>22</c:v>
                </c:pt>
                <c:pt idx="2">
                  <c:v>22</c:v>
                </c:pt>
                <c:pt idx="3">
                  <c:v>22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85-40BA-B815-43166AF8B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0417760"/>
        <c:axId val="1215122832"/>
      </c:areaChar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10</c:v>
                </c:pt>
                <c:pt idx="3">
                  <c:v>25</c:v>
                </c:pt>
                <c:pt idx="4">
                  <c:v>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85-40BA-B815-43166AF8B66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ln w="12700" cap="rnd">
              <a:solidFill>
                <a:schemeClr val="accent4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bg1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Hoja1!$C$2:$C$6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31</c:v>
                </c:pt>
                <c:pt idx="4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85-40BA-B815-43166AF8B66A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bg1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Hoja1!$A$2:$A$6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Hoja1!$D$2:$D$6</c:f>
              <c:numCache>
                <c:formatCode>General</c:formatCode>
                <c:ptCount val="5"/>
                <c:pt idx="0">
                  <c:v>20</c:v>
                </c:pt>
                <c:pt idx="1">
                  <c:v>21</c:v>
                </c:pt>
                <c:pt idx="2">
                  <c:v>25</c:v>
                </c:pt>
                <c:pt idx="3">
                  <c:v>38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85-40BA-B815-43166AF8B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417760"/>
        <c:axId val="1215122832"/>
      </c:lineChart>
      <c:catAx>
        <c:axId val="1140417760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15122832"/>
        <c:crosses val="autoZero"/>
        <c:auto val="1"/>
        <c:lblAlgn val="ctr"/>
        <c:lblOffset val="100"/>
        <c:noMultiLvlLbl val="0"/>
      </c:catAx>
      <c:valAx>
        <c:axId val="1215122832"/>
        <c:scaling>
          <c:orientation val="minMax"/>
          <c:max val="6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40417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2597407407407408E-2"/>
          <c:y val="3.8053333333333349E-2"/>
          <c:w val="0.95918037037037052"/>
          <c:h val="0.119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94296296296296"/>
          <c:y val="0.17969152046783624"/>
          <c:w val="0.85380629629629612"/>
          <c:h val="0.66788669590643279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Dato 1</c:v>
                </c:pt>
                <c:pt idx="1">
                  <c:v>Dato 2</c:v>
                </c:pt>
                <c:pt idx="2">
                  <c:v>Dato 3</c:v>
                </c:pt>
                <c:pt idx="3">
                  <c:v>Dato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BD-41D7-9B67-B8BE330E55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Dato 1</c:v>
                </c:pt>
                <c:pt idx="1">
                  <c:v>Dato 2</c:v>
                </c:pt>
                <c:pt idx="2">
                  <c:v>Dato 3</c:v>
                </c:pt>
                <c:pt idx="3">
                  <c:v>Dato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BD-41D7-9B67-B8BE330E55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Dato 1</c:v>
                </c:pt>
                <c:pt idx="1">
                  <c:v>Dato 2</c:v>
                </c:pt>
                <c:pt idx="2">
                  <c:v>Dato 3</c:v>
                </c:pt>
                <c:pt idx="3">
                  <c:v>Dato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BD-41D7-9B67-B8BE330E5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9268080"/>
        <c:axId val="1469270256"/>
      </c:lineChart>
      <c:catAx>
        <c:axId val="146926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s-ES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69270256"/>
        <c:crosses val="autoZero"/>
        <c:auto val="1"/>
        <c:lblAlgn val="ctr"/>
        <c:lblOffset val="100"/>
        <c:noMultiLvlLbl val="0"/>
      </c:catAx>
      <c:valAx>
        <c:axId val="146927025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s-ES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6926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"/>
          <c:w val="0.92944444444444441"/>
          <c:h val="0.118969298245614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E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 w="38100">
      <a:noFill/>
    </a:ln>
    <a:effectLst/>
  </c:spPr>
  <c:txPr>
    <a:bodyPr/>
    <a:lstStyle/>
    <a:p>
      <a:pPr>
        <a:defRPr sz="400">
          <a:solidFill>
            <a:schemeClr val="tx1"/>
          </a:solidFill>
        </a:defRPr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0.01113</cdr:x>
      <cdr:y>0.10478</cdr:y>
    </cdr:from>
    <cdr:to>
      <cdr:x>0.0179</cdr:x>
      <cdr:y>0.14212</cdr:y>
    </cdr:to>
    <cdr:sp macro="" textlink="">
      <cdr:nvSpPr>
        <cdr:cNvPr id="2" name="Elipse 18">
          <a:extLst xmlns:a="http://schemas.openxmlformats.org/drawingml/2006/main">
            <a:ext uri="{FF2B5EF4-FFF2-40B4-BE49-F238E27FC236}">
              <a16:creationId xmlns:a16="http://schemas.microsoft.com/office/drawing/2014/main" id="{9687C084-13B1-38AF-315A-92072A15D89C}"/>
            </a:ext>
          </a:extLst>
        </cdr:cNvPr>
        <cdr:cNvSpPr/>
      </cdr:nvSpPr>
      <cdr:spPr>
        <a:xfrm xmlns:a="http://schemas.openxmlformats.org/drawingml/2006/main">
          <a:off x="122911" y="403205"/>
          <a:ext cx="74775" cy="143689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0.89839</cdr:x>
      <cdr:y>0.10499</cdr:y>
    </cdr:from>
    <cdr:to>
      <cdr:x>0.90516</cdr:x>
      <cdr:y>0.14274</cdr:y>
    </cdr:to>
    <cdr:sp macro="" textlink="">
      <cdr:nvSpPr>
        <cdr:cNvPr id="7" name="Elipse 18">
          <a:extLst xmlns:a="http://schemas.openxmlformats.org/drawingml/2006/main">
            <a:ext uri="{FF2B5EF4-FFF2-40B4-BE49-F238E27FC236}">
              <a16:creationId xmlns:a16="http://schemas.microsoft.com/office/drawing/2014/main" id="{45747BCD-C5CB-50CB-6C33-F405A3658644}"/>
            </a:ext>
          </a:extLst>
        </cdr:cNvPr>
        <cdr:cNvSpPr/>
      </cdr:nvSpPr>
      <cdr:spPr>
        <a:xfrm xmlns:a="http://schemas.openxmlformats.org/drawingml/2006/main" flipH="1">
          <a:off x="9922008" y="404019"/>
          <a:ext cx="74775" cy="145256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2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0.67243</cdr:x>
      <cdr:y>0.09983</cdr:y>
    </cdr:from>
    <cdr:to>
      <cdr:x>0.68981</cdr:x>
      <cdr:y>0.14934</cdr:y>
    </cdr:to>
    <cdr:sp macro="" textlink="">
      <cdr:nvSpPr>
        <cdr:cNvPr id="12" name="Elipse 11">
          <a:extLst xmlns:a="http://schemas.openxmlformats.org/drawingml/2006/main">
            <a:ext uri="{FF2B5EF4-FFF2-40B4-BE49-F238E27FC236}">
              <a16:creationId xmlns:a16="http://schemas.microsoft.com/office/drawing/2014/main" id="{73CF8CB8-F39D-470A-36C2-2141C8FC67A7}"/>
            </a:ext>
          </a:extLst>
        </cdr:cNvPr>
        <cdr:cNvSpPr/>
      </cdr:nvSpPr>
      <cdr:spPr>
        <a:xfrm xmlns:a="http://schemas.openxmlformats.org/drawingml/2006/main">
          <a:off x="7426445" y="384175"/>
          <a:ext cx="191935" cy="1905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2"/>
        </a:solidFill>
        <a:ln xmlns:a="http://schemas.openxmlformats.org/drawingml/2006/main">
          <a:solidFill>
            <a:schemeClr val="accent1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0.18836</cdr:x>
      <cdr:y>0.27277</cdr:y>
    </cdr:from>
    <cdr:to>
      <cdr:x>0.20574</cdr:x>
      <cdr:y>0.32228</cdr:y>
    </cdr:to>
    <cdr:sp macro="" textlink="">
      <cdr:nvSpPr>
        <cdr:cNvPr id="13" name="Elipse 12">
          <a:extLst xmlns:a="http://schemas.openxmlformats.org/drawingml/2006/main">
            <a:ext uri="{FF2B5EF4-FFF2-40B4-BE49-F238E27FC236}">
              <a16:creationId xmlns:a16="http://schemas.microsoft.com/office/drawing/2014/main" id="{A0C962E4-0AE1-5F4A-2203-C6B3F3A1C346}"/>
            </a:ext>
          </a:extLst>
        </cdr:cNvPr>
        <cdr:cNvSpPr/>
      </cdr:nvSpPr>
      <cdr:spPr>
        <a:xfrm xmlns:a="http://schemas.openxmlformats.org/drawingml/2006/main">
          <a:off x="2080296" y="1049660"/>
          <a:ext cx="191934" cy="1905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2"/>
        </a:solidFill>
        <a:ln xmlns:a="http://schemas.openxmlformats.org/drawingml/2006/main">
          <a:solidFill>
            <a:schemeClr val="accent4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0.44665</cdr:x>
      <cdr:y>0.44901</cdr:y>
    </cdr:from>
    <cdr:to>
      <cdr:x>0.46403</cdr:x>
      <cdr:y>0.49852</cdr:y>
    </cdr:to>
    <cdr:sp macro="" textlink="">
      <cdr:nvSpPr>
        <cdr:cNvPr id="14" name="Elipse 13">
          <a:extLst xmlns:a="http://schemas.openxmlformats.org/drawingml/2006/main">
            <a:ext uri="{FF2B5EF4-FFF2-40B4-BE49-F238E27FC236}">
              <a16:creationId xmlns:a16="http://schemas.microsoft.com/office/drawing/2014/main" id="{CC8E8EDB-B1E6-9A48-E558-00AEE37B2B6D}"/>
            </a:ext>
          </a:extLst>
        </cdr:cNvPr>
        <cdr:cNvSpPr/>
      </cdr:nvSpPr>
      <cdr:spPr>
        <a:xfrm xmlns:a="http://schemas.openxmlformats.org/drawingml/2006/main">
          <a:off x="4932923" y="1727840"/>
          <a:ext cx="191935" cy="1905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2"/>
        </a:solidFill>
        <a:ln xmlns:a="http://schemas.openxmlformats.org/drawingml/2006/main">
          <a:solidFill>
            <a:schemeClr val="accent3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0.80388</cdr:x>
      <cdr:y>0.62327</cdr:y>
    </cdr:from>
    <cdr:to>
      <cdr:x>0.82126</cdr:x>
      <cdr:y>0.67277</cdr:y>
    </cdr:to>
    <cdr:sp macro="" textlink="">
      <cdr:nvSpPr>
        <cdr:cNvPr id="15" name="Elipse 14">
          <a:extLst xmlns:a="http://schemas.openxmlformats.org/drawingml/2006/main">
            <a:ext uri="{FF2B5EF4-FFF2-40B4-BE49-F238E27FC236}">
              <a16:creationId xmlns:a16="http://schemas.microsoft.com/office/drawing/2014/main" id="{BE4504FA-C750-137F-D48B-E13FE3FD9293}"/>
            </a:ext>
          </a:extLst>
        </cdr:cNvPr>
        <cdr:cNvSpPr/>
      </cdr:nvSpPr>
      <cdr:spPr>
        <a:xfrm xmlns:a="http://schemas.openxmlformats.org/drawingml/2006/main">
          <a:off x="8878222" y="2398400"/>
          <a:ext cx="191935" cy="1905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2"/>
        </a:solidFill>
        <a:ln xmlns:a="http://schemas.openxmlformats.org/drawingml/2006/main">
          <a:solidFill>
            <a:schemeClr val="accent5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0.71391</cdr:x>
      <cdr:y>0.79805</cdr:y>
    </cdr:from>
    <cdr:to>
      <cdr:x>0.73129</cdr:x>
      <cdr:y>0.84755</cdr:y>
    </cdr:to>
    <cdr:sp macro="" textlink="">
      <cdr:nvSpPr>
        <cdr:cNvPr id="16" name="Elipse 15">
          <a:extLst xmlns:a="http://schemas.openxmlformats.org/drawingml/2006/main">
            <a:ext uri="{FF2B5EF4-FFF2-40B4-BE49-F238E27FC236}">
              <a16:creationId xmlns:a16="http://schemas.microsoft.com/office/drawing/2014/main" id="{CD51CC47-5D3E-4BE3-67FE-01DBD58609D9}"/>
            </a:ext>
          </a:extLst>
        </cdr:cNvPr>
        <cdr:cNvSpPr/>
      </cdr:nvSpPr>
      <cdr:spPr>
        <a:xfrm xmlns:a="http://schemas.openxmlformats.org/drawingml/2006/main">
          <a:off x="7884611" y="3070964"/>
          <a:ext cx="191935" cy="1905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accent2"/>
        </a:solidFill>
        <a:ln xmlns:a="http://schemas.openxmlformats.org/drawingml/2006/main">
          <a:solidFill>
            <a:schemeClr val="accent6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0.01113</cdr:x>
      <cdr:y>0.2797</cdr:y>
    </cdr:from>
    <cdr:to>
      <cdr:x>0.0179</cdr:x>
      <cdr:y>0.31704</cdr:y>
    </cdr:to>
    <cdr:sp macro="" textlink="">
      <cdr:nvSpPr>
        <cdr:cNvPr id="17" name="Elipse 18">
          <a:extLst xmlns:a="http://schemas.openxmlformats.org/drawingml/2006/main">
            <a:ext uri="{FF2B5EF4-FFF2-40B4-BE49-F238E27FC236}">
              <a16:creationId xmlns:a16="http://schemas.microsoft.com/office/drawing/2014/main" id="{5C353B2A-3F88-85DB-5978-6DEEB8BA4731}"/>
            </a:ext>
          </a:extLst>
        </cdr:cNvPr>
        <cdr:cNvSpPr/>
      </cdr:nvSpPr>
      <cdr:spPr>
        <a:xfrm xmlns:a="http://schemas.openxmlformats.org/drawingml/2006/main">
          <a:off x="122911" y="1076297"/>
          <a:ext cx="74775" cy="143689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4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0.01113</cdr:x>
      <cdr:y>0.45445</cdr:y>
    </cdr:from>
    <cdr:to>
      <cdr:x>0.0179</cdr:x>
      <cdr:y>0.49179</cdr:y>
    </cdr:to>
    <cdr:sp macro="" textlink="">
      <cdr:nvSpPr>
        <cdr:cNvPr id="18" name="Elipse 18">
          <a:extLst xmlns:a="http://schemas.openxmlformats.org/drawingml/2006/main">
            <a:ext uri="{FF2B5EF4-FFF2-40B4-BE49-F238E27FC236}">
              <a16:creationId xmlns:a16="http://schemas.microsoft.com/office/drawing/2014/main" id="{1499AAD1-E92F-6A74-C682-BA36F70A83B5}"/>
            </a:ext>
          </a:extLst>
        </cdr:cNvPr>
        <cdr:cNvSpPr/>
      </cdr:nvSpPr>
      <cdr:spPr>
        <a:xfrm xmlns:a="http://schemas.openxmlformats.org/drawingml/2006/main">
          <a:off x="122911" y="1748755"/>
          <a:ext cx="74775" cy="143689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3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0.01113</cdr:x>
      <cdr:y>0.62905</cdr:y>
    </cdr:from>
    <cdr:to>
      <cdr:x>0.0179</cdr:x>
      <cdr:y>0.66639</cdr:y>
    </cdr:to>
    <cdr:sp macro="" textlink="">
      <cdr:nvSpPr>
        <cdr:cNvPr id="19" name="Elipse 18">
          <a:extLst xmlns:a="http://schemas.openxmlformats.org/drawingml/2006/main">
            <a:ext uri="{FF2B5EF4-FFF2-40B4-BE49-F238E27FC236}">
              <a16:creationId xmlns:a16="http://schemas.microsoft.com/office/drawing/2014/main" id="{9FDC3F86-574C-F7C4-209F-1BA7408C31C8}"/>
            </a:ext>
          </a:extLst>
        </cdr:cNvPr>
        <cdr:cNvSpPr/>
      </cdr:nvSpPr>
      <cdr:spPr>
        <a:xfrm xmlns:a="http://schemas.openxmlformats.org/drawingml/2006/main">
          <a:off x="122911" y="2420640"/>
          <a:ext cx="74775" cy="143689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5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0.01113</cdr:x>
      <cdr:y>0.80427</cdr:y>
    </cdr:from>
    <cdr:to>
      <cdr:x>0.0179</cdr:x>
      <cdr:y>0.84161</cdr:y>
    </cdr:to>
    <cdr:sp macro="" textlink="">
      <cdr:nvSpPr>
        <cdr:cNvPr id="20" name="Elipse 18">
          <a:extLst xmlns:a="http://schemas.openxmlformats.org/drawingml/2006/main">
            <a:ext uri="{FF2B5EF4-FFF2-40B4-BE49-F238E27FC236}">
              <a16:creationId xmlns:a16="http://schemas.microsoft.com/office/drawing/2014/main" id="{D36CF315-D4F6-5D0B-EA28-64A367BF8584}"/>
            </a:ext>
          </a:extLst>
        </cdr:cNvPr>
        <cdr:cNvSpPr/>
      </cdr:nvSpPr>
      <cdr:spPr>
        <a:xfrm xmlns:a="http://schemas.openxmlformats.org/drawingml/2006/main">
          <a:off x="122911" y="3094905"/>
          <a:ext cx="74775" cy="143689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6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0.8986</cdr:x>
      <cdr:y>0.27984</cdr:y>
    </cdr:from>
    <cdr:to>
      <cdr:x>0.90537</cdr:x>
      <cdr:y>0.31724</cdr:y>
    </cdr:to>
    <cdr:sp macro="" textlink="">
      <cdr:nvSpPr>
        <cdr:cNvPr id="21" name="Elipse 18">
          <a:extLst xmlns:a="http://schemas.openxmlformats.org/drawingml/2006/main">
            <a:ext uri="{FF2B5EF4-FFF2-40B4-BE49-F238E27FC236}">
              <a16:creationId xmlns:a16="http://schemas.microsoft.com/office/drawing/2014/main" id="{9D3A2F9E-C09C-4A7A-BF18-A19D1A1DFD99}"/>
            </a:ext>
          </a:extLst>
        </cdr:cNvPr>
        <cdr:cNvSpPr/>
      </cdr:nvSpPr>
      <cdr:spPr>
        <a:xfrm xmlns:a="http://schemas.openxmlformats.org/drawingml/2006/main" flipH="1">
          <a:off x="9924387" y="1076871"/>
          <a:ext cx="74775" cy="143917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2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0.8986</cdr:x>
      <cdr:y>0.45507</cdr:y>
    </cdr:from>
    <cdr:to>
      <cdr:x>0.90537</cdr:x>
      <cdr:y>0.49246</cdr:y>
    </cdr:to>
    <cdr:sp macro="" textlink="">
      <cdr:nvSpPr>
        <cdr:cNvPr id="22" name="Elipse 18">
          <a:extLst xmlns:a="http://schemas.openxmlformats.org/drawingml/2006/main">
            <a:ext uri="{FF2B5EF4-FFF2-40B4-BE49-F238E27FC236}">
              <a16:creationId xmlns:a16="http://schemas.microsoft.com/office/drawing/2014/main" id="{3A81AD17-EC17-BA91-0BF3-10D7A73A1CCD}"/>
            </a:ext>
          </a:extLst>
        </cdr:cNvPr>
        <cdr:cNvSpPr/>
      </cdr:nvSpPr>
      <cdr:spPr>
        <a:xfrm xmlns:a="http://schemas.openxmlformats.org/drawingml/2006/main" flipH="1">
          <a:off x="9924387" y="1751136"/>
          <a:ext cx="74775" cy="143917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2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0.8986</cdr:x>
      <cdr:y>0.62967</cdr:y>
    </cdr:from>
    <cdr:to>
      <cdr:x>0.90537</cdr:x>
      <cdr:y>0.66707</cdr:y>
    </cdr:to>
    <cdr:sp macro="" textlink="">
      <cdr:nvSpPr>
        <cdr:cNvPr id="23" name="Elipse 18">
          <a:extLst xmlns:a="http://schemas.openxmlformats.org/drawingml/2006/main">
            <a:ext uri="{FF2B5EF4-FFF2-40B4-BE49-F238E27FC236}">
              <a16:creationId xmlns:a16="http://schemas.microsoft.com/office/drawing/2014/main" id="{B9851C1A-BA70-7033-D4EA-878B5FDB4C16}"/>
            </a:ext>
          </a:extLst>
        </cdr:cNvPr>
        <cdr:cNvSpPr/>
      </cdr:nvSpPr>
      <cdr:spPr>
        <a:xfrm xmlns:a="http://schemas.openxmlformats.org/drawingml/2006/main" flipH="1">
          <a:off x="9924387" y="2423021"/>
          <a:ext cx="74775" cy="143917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2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  <cdr:relSizeAnchor xmlns:cdr="http://schemas.openxmlformats.org/drawingml/2006/chartDrawing">
    <cdr:from>
      <cdr:x>0.8986</cdr:x>
      <cdr:y>0.80504</cdr:y>
    </cdr:from>
    <cdr:to>
      <cdr:x>0.90537</cdr:x>
      <cdr:y>0.84244</cdr:y>
    </cdr:to>
    <cdr:sp macro="" textlink="">
      <cdr:nvSpPr>
        <cdr:cNvPr id="24" name="Elipse 18">
          <a:extLst xmlns:a="http://schemas.openxmlformats.org/drawingml/2006/main">
            <a:ext uri="{FF2B5EF4-FFF2-40B4-BE49-F238E27FC236}">
              <a16:creationId xmlns:a16="http://schemas.microsoft.com/office/drawing/2014/main" id="{132DDBB0-356A-9D54-B476-6D1AA52D8961}"/>
            </a:ext>
          </a:extLst>
        </cdr:cNvPr>
        <cdr:cNvSpPr/>
      </cdr:nvSpPr>
      <cdr:spPr>
        <a:xfrm xmlns:a="http://schemas.openxmlformats.org/drawingml/2006/main" flipH="1">
          <a:off x="9924387" y="3097858"/>
          <a:ext cx="74775" cy="143917"/>
        </a:xfrm>
        <a:custGeom xmlns:a="http://schemas.openxmlformats.org/drawingml/2006/main">
          <a:avLst/>
          <a:gdLst>
            <a:gd name="connsiteX0" fmla="*/ 0 w 148431"/>
            <a:gd name="connsiteY0" fmla="*/ 74216 h 148431"/>
            <a:gd name="connsiteX1" fmla="*/ 74216 w 148431"/>
            <a:gd name="connsiteY1" fmla="*/ 0 h 148431"/>
            <a:gd name="connsiteX2" fmla="*/ 148432 w 148431"/>
            <a:gd name="connsiteY2" fmla="*/ 74216 h 148431"/>
            <a:gd name="connsiteX3" fmla="*/ 74216 w 148431"/>
            <a:gd name="connsiteY3" fmla="*/ 148432 h 148431"/>
            <a:gd name="connsiteX4" fmla="*/ 0 w 148431"/>
            <a:gd name="connsiteY4" fmla="*/ 74216 h 148431"/>
            <a:gd name="connsiteX0" fmla="*/ 148432 w 239872"/>
            <a:gd name="connsiteY0" fmla="*/ 74216 h 165656"/>
            <a:gd name="connsiteX1" fmla="*/ 74216 w 239872"/>
            <a:gd name="connsiteY1" fmla="*/ 148432 h 165656"/>
            <a:gd name="connsiteX2" fmla="*/ 0 w 239872"/>
            <a:gd name="connsiteY2" fmla="*/ 74216 h 165656"/>
            <a:gd name="connsiteX3" fmla="*/ 74216 w 239872"/>
            <a:gd name="connsiteY3" fmla="*/ 0 h 165656"/>
            <a:gd name="connsiteX4" fmla="*/ 239872 w 239872"/>
            <a:gd name="connsiteY4" fmla="*/ 165656 h 165656"/>
            <a:gd name="connsiteX0" fmla="*/ 148432 w 148432"/>
            <a:gd name="connsiteY0" fmla="*/ 74216 h 148432"/>
            <a:gd name="connsiteX1" fmla="*/ 74216 w 148432"/>
            <a:gd name="connsiteY1" fmla="*/ 148432 h 148432"/>
            <a:gd name="connsiteX2" fmla="*/ 0 w 148432"/>
            <a:gd name="connsiteY2" fmla="*/ 74216 h 148432"/>
            <a:gd name="connsiteX3" fmla="*/ 74216 w 148432"/>
            <a:gd name="connsiteY3" fmla="*/ 0 h 148432"/>
            <a:gd name="connsiteX0" fmla="*/ 74216 w 74216"/>
            <a:gd name="connsiteY0" fmla="*/ 148432 h 148432"/>
            <a:gd name="connsiteX1" fmla="*/ 0 w 74216"/>
            <a:gd name="connsiteY1" fmla="*/ 74216 h 148432"/>
            <a:gd name="connsiteX2" fmla="*/ 74216 w 74216"/>
            <a:gd name="connsiteY2" fmla="*/ 0 h 148432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4216" h="148432">
              <a:moveTo>
                <a:pt x="74216" y="148432"/>
              </a:moveTo>
              <a:cubicBezTo>
                <a:pt x="33228" y="148432"/>
                <a:pt x="0" y="115204"/>
                <a:pt x="0" y="74216"/>
              </a:cubicBezTo>
              <a:cubicBezTo>
                <a:pt x="0" y="33228"/>
                <a:pt x="33228" y="0"/>
                <a:pt x="74216" y="0"/>
              </a:cubicBezTo>
            </a:path>
          </a:pathLst>
        </a:custGeom>
        <a:solidFill xmlns:a="http://schemas.openxmlformats.org/drawingml/2006/main">
          <a:schemeClr val="accent2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s-ES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">
    <p:bg>
      <p:bgPr>
        <a:solidFill>
          <a:srgbClr val="E6E2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4769900-A804-2672-C3BE-D84550411284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E6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785F66A4-8FAC-F201-EE6A-27CBB006D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1188" y="2513965"/>
            <a:ext cx="4142422" cy="91503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de documento de dos líneas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AE04761-25F3-D7A8-036E-4AD9084065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81188" y="3546792"/>
            <a:ext cx="5722937" cy="7854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8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</a:p>
          <a:p>
            <a:pPr lvl="0"/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</a:t>
            </a:r>
            <a:endParaRPr lang="es-ES" dirty="0"/>
          </a:p>
        </p:txBody>
      </p:sp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4DEE98F5-D479-0A03-794E-32A3D6F65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691705"/>
            <a:ext cx="3041650" cy="559097"/>
          </a:xfrm>
          <a:prstGeom prst="rect">
            <a:avLst/>
          </a:prstGeom>
        </p:spPr>
      </p:pic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4ADD62DB-5342-886C-A005-5F795D4D9F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9" t="11874" r="27596"/>
          <a:stretch/>
        </p:blipFill>
        <p:spPr>
          <a:xfrm>
            <a:off x="5010149" y="0"/>
            <a:ext cx="7181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8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7242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rafo 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ABA3B4AA-7B2C-AC99-FFBE-055E1A3211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0"/>
            <a:ext cx="12186584" cy="68580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B8C2BD75-ACFC-641C-36E7-E5802EECC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386330"/>
            <a:ext cx="5005387" cy="20904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120000"/>
              </a:lnSpc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Ut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eium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elescip</a:t>
            </a:r>
            <a:r>
              <a:rPr lang="es-ES" dirty="0"/>
              <a:t> </a:t>
            </a:r>
            <a:r>
              <a:rPr lang="es-ES" dirty="0" err="1"/>
              <a:t>sapiti</a:t>
            </a:r>
            <a:r>
              <a:rPr lang="es-ES" dirty="0"/>
              <a:t> </a:t>
            </a:r>
            <a:r>
              <a:rPr lang="es-ES" dirty="0" err="1"/>
              <a:t>diti</a:t>
            </a:r>
            <a:r>
              <a:rPr lang="es-ES" dirty="0"/>
              <a:t> </a:t>
            </a:r>
            <a:r>
              <a:rPr lang="es-ES" dirty="0" err="1"/>
              <a:t>reri</a:t>
            </a:r>
            <a:r>
              <a:rPr lang="es-ES" dirty="0"/>
              <a:t> re </a:t>
            </a:r>
            <a:r>
              <a:rPr lang="es-ES" dirty="0" err="1"/>
              <a:t>soluptae</a:t>
            </a:r>
            <a:r>
              <a:rPr lang="es-ES" dirty="0"/>
              <a:t> nihil </a:t>
            </a:r>
            <a:r>
              <a:rPr lang="es-ES" dirty="0" err="1"/>
              <a:t>imporer</a:t>
            </a:r>
            <a:r>
              <a:rPr lang="es-ES" dirty="0"/>
              <a:t> </a:t>
            </a:r>
            <a:r>
              <a:rPr lang="es-ES" dirty="0" err="1"/>
              <a:t>spictatusdae</a:t>
            </a:r>
            <a:r>
              <a:rPr lang="es-ES" dirty="0"/>
              <a:t> re </a:t>
            </a:r>
            <a:r>
              <a:rPr lang="es-ES" dirty="0" err="1"/>
              <a:t>escienis</a:t>
            </a:r>
            <a:r>
              <a:rPr lang="es-ES" dirty="0"/>
              <a:t> </a:t>
            </a:r>
            <a:r>
              <a:rPr lang="es-ES" dirty="0" err="1"/>
              <a:t>solest</a:t>
            </a:r>
            <a:r>
              <a:rPr lang="es-ES" dirty="0"/>
              <a:t>, </a:t>
            </a:r>
            <a:r>
              <a:rPr lang="es-ES" dirty="0" err="1"/>
              <a:t>sit</a:t>
            </a:r>
            <a:r>
              <a:rPr lang="es-ES" dirty="0"/>
              <a:t>, que si</a:t>
            </a:r>
          </a:p>
        </p:txBody>
      </p:sp>
    </p:spTree>
    <p:extLst>
      <p:ext uri="{BB962C8B-B14F-4D97-AF65-F5344CB8AC3E}">
        <p14:creationId xmlns:p14="http://schemas.microsoft.com/office/powerpoint/2010/main" val="151453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8C2BD75-ACFC-641C-36E7-E5802EECC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186181"/>
            <a:ext cx="1884362" cy="4902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Índice</a:t>
            </a:r>
          </a:p>
        </p:txBody>
      </p:sp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D013D3AA-7DE7-B72C-9017-E661BDE115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5" name="Marcador de texto 14">
            <a:extLst>
              <a:ext uri="{FF2B5EF4-FFF2-40B4-BE49-F238E27FC236}">
                <a16:creationId xmlns:a16="http://schemas.microsoft.com/office/drawing/2014/main" id="{7DF71B42-DE35-441A-0375-C557C05AA4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D5BF7A5A-81D1-9A0F-064F-4ACAACA401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39907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84750F13-792D-892C-2CCE-054CFD685C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39906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02</a:t>
            </a: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BE2345BB-E98B-6509-7BD2-127910BC6C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1000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06410D2A-694B-AE1D-DEBC-5CFAEF1AFC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0999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03</a:t>
            </a:r>
          </a:p>
        </p:txBody>
      </p:sp>
      <p:sp>
        <p:nvSpPr>
          <p:cNvPr id="34" name="Marcador de texto 14">
            <a:extLst>
              <a:ext uri="{FF2B5EF4-FFF2-40B4-BE49-F238E27FC236}">
                <a16:creationId xmlns:a16="http://schemas.microsoft.com/office/drawing/2014/main" id="{2A72A2BB-D203-FF6F-D1F9-CC00C4A546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02092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6" name="Marcador de texto 14">
            <a:extLst>
              <a:ext uri="{FF2B5EF4-FFF2-40B4-BE49-F238E27FC236}">
                <a16:creationId xmlns:a16="http://schemas.microsoft.com/office/drawing/2014/main" id="{FD9B8094-711C-F61A-616F-C19C0A3D75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02091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04</a:t>
            </a:r>
          </a:p>
        </p:txBody>
      </p:sp>
      <p:sp>
        <p:nvSpPr>
          <p:cNvPr id="37" name="Marcador de texto 14">
            <a:extLst>
              <a:ext uri="{FF2B5EF4-FFF2-40B4-BE49-F238E27FC236}">
                <a16:creationId xmlns:a16="http://schemas.microsoft.com/office/drawing/2014/main" id="{6E903429-D19F-D851-D81D-4939E68DC8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4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9" name="Marcador de texto 14">
            <a:extLst>
              <a:ext uri="{FF2B5EF4-FFF2-40B4-BE49-F238E27FC236}">
                <a16:creationId xmlns:a16="http://schemas.microsoft.com/office/drawing/2014/main" id="{222C4160-E0D4-1EE4-042F-0AF5F069E2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813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05</a:t>
            </a:r>
          </a:p>
        </p:txBody>
      </p:sp>
      <p:sp>
        <p:nvSpPr>
          <p:cNvPr id="40" name="Marcador de texto 14">
            <a:extLst>
              <a:ext uri="{FF2B5EF4-FFF2-40B4-BE49-F238E27FC236}">
                <a16:creationId xmlns:a16="http://schemas.microsoft.com/office/drawing/2014/main" id="{DE70AC62-D590-2BF0-85F9-5FDE7E122F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9907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42" name="Marcador de texto 14">
            <a:extLst>
              <a:ext uri="{FF2B5EF4-FFF2-40B4-BE49-F238E27FC236}">
                <a16:creationId xmlns:a16="http://schemas.microsoft.com/office/drawing/2014/main" id="{B5B84894-CDCC-175C-7B70-D6E895A6F4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9906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06</a:t>
            </a:r>
          </a:p>
        </p:txBody>
      </p:sp>
      <p:sp>
        <p:nvSpPr>
          <p:cNvPr id="43" name="Marcador de texto 14">
            <a:extLst>
              <a:ext uri="{FF2B5EF4-FFF2-40B4-BE49-F238E27FC236}">
                <a16:creationId xmlns:a16="http://schemas.microsoft.com/office/drawing/2014/main" id="{95D3E676-9D28-6FB4-9768-EF504F88CB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1000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45" name="Marcador de texto 14">
            <a:extLst>
              <a:ext uri="{FF2B5EF4-FFF2-40B4-BE49-F238E27FC236}">
                <a16:creationId xmlns:a16="http://schemas.microsoft.com/office/drawing/2014/main" id="{DE9C597A-92B4-8B49-CAF4-C2157AFCEA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20999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07</a:t>
            </a:r>
          </a:p>
        </p:txBody>
      </p:sp>
      <p:sp>
        <p:nvSpPr>
          <p:cNvPr id="46" name="Marcador de texto 14">
            <a:extLst>
              <a:ext uri="{FF2B5EF4-FFF2-40B4-BE49-F238E27FC236}">
                <a16:creationId xmlns:a16="http://schemas.microsoft.com/office/drawing/2014/main" id="{4BC53614-A8A5-341F-9D01-EE77DEB137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2092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capítulo de varias líneas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48" name="Marcador de texto 14">
            <a:extLst>
              <a:ext uri="{FF2B5EF4-FFF2-40B4-BE49-F238E27FC236}">
                <a16:creationId xmlns:a16="http://schemas.microsoft.com/office/drawing/2014/main" id="{326537C9-4593-E0E0-C930-479DD81A7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02091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08</a:t>
            </a:r>
          </a:p>
        </p:txBody>
      </p:sp>
      <p:sp>
        <p:nvSpPr>
          <p:cNvPr id="53" name="Marcador de texto 14">
            <a:extLst>
              <a:ext uri="{FF2B5EF4-FFF2-40B4-BE49-F238E27FC236}">
                <a16:creationId xmlns:a16="http://schemas.microsoft.com/office/drawing/2014/main" id="{AAF55C88-F8AA-4FF5-AB81-F273B4FDC7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de documento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6CDD4FB-A6FE-5995-F250-C77F455AFC0C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24E8510B-BAE3-2547-2D77-3E6A28DD8E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6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illa">
    <p:bg>
      <p:bgPr>
        <a:solidFill>
          <a:srgbClr val="E6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ítulo 11">
            <a:extLst>
              <a:ext uri="{FF2B5EF4-FFF2-40B4-BE49-F238E27FC236}">
                <a16:creationId xmlns:a16="http://schemas.microsoft.com/office/drawing/2014/main" id="{4EA3274B-A120-5803-BCBE-E5943BBC9D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563" y="1795780"/>
            <a:ext cx="4142422" cy="91503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11500" b="1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01</a:t>
            </a:r>
          </a:p>
        </p:txBody>
      </p:sp>
      <p:sp>
        <p:nvSpPr>
          <p:cNvPr id="365" name="Marcador de texto 14">
            <a:extLst>
              <a:ext uri="{FF2B5EF4-FFF2-40B4-BE49-F238E27FC236}">
                <a16:creationId xmlns:a16="http://schemas.microsoft.com/office/drawing/2014/main" id="{CCD1AB8B-C910-7A9A-6288-D2F3D0DF2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52663" y="3638232"/>
            <a:ext cx="5722937" cy="7854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capítulo</a:t>
            </a:r>
          </a:p>
        </p:txBody>
      </p:sp>
      <p:cxnSp>
        <p:nvCxnSpPr>
          <p:cNvPr id="367" name="Conector recto 366">
            <a:extLst>
              <a:ext uri="{FF2B5EF4-FFF2-40B4-BE49-F238E27FC236}">
                <a16:creationId xmlns:a16="http://schemas.microsoft.com/office/drawing/2014/main" id="{C9C99048-912D-78A1-8A77-0FE3E452CA08}"/>
              </a:ext>
            </a:extLst>
          </p:cNvPr>
          <p:cNvCxnSpPr/>
          <p:nvPr userDrawn="1"/>
        </p:nvCxnSpPr>
        <p:spPr>
          <a:xfrm>
            <a:off x="2324100" y="3333750"/>
            <a:ext cx="13620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 descr="Patrón de fondo&#10;&#10;Descripción generada automáticamente con confianza media">
            <a:extLst>
              <a:ext uri="{FF2B5EF4-FFF2-40B4-BE49-F238E27FC236}">
                <a16:creationId xmlns:a16="http://schemas.microsoft.com/office/drawing/2014/main" id="{E3B555C0-9F42-BE14-24F6-C6217592F9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rafos (fondo 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69B8B0FD-F99F-C36E-5DF7-41F9C5345C23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 | Título Capítulo</a:t>
            </a:r>
          </a:p>
        </p:txBody>
      </p:sp>
      <p:sp>
        <p:nvSpPr>
          <p:cNvPr id="2" name="Marcador de texto 14">
            <a:extLst>
              <a:ext uri="{FF2B5EF4-FFF2-40B4-BE49-F238E27FC236}">
                <a16:creationId xmlns:a16="http://schemas.microsoft.com/office/drawing/2014/main" id="{55009720-7BAC-F776-31E8-AAF78E52BA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1492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FD6712E3-565D-62ED-A6FA-918BBBAEE3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06119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0CA9D7AA-6299-7097-1562-0796EFB405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5682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23" name="Título 12">
            <a:extLst>
              <a:ext uri="{FF2B5EF4-FFF2-40B4-BE49-F238E27FC236}">
                <a16:creationId xmlns:a16="http://schemas.microsoft.com/office/drawing/2014/main" id="{7492187D-C5D2-156D-CC16-F5EAF1769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1BD381F-2E13-A486-E0C5-C7AFDD6C6F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older 6">
            <a:extLst>
              <a:ext uri="{FF2B5EF4-FFF2-40B4-BE49-F238E27FC236}">
                <a16:creationId xmlns:a16="http://schemas.microsoft.com/office/drawing/2014/main" id="{89C9807E-CEB5-0C2D-6A9E-B05634D53901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 dirty="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 dirty="0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8E4E6884-A6B8-BC91-07A1-D1C2B01D53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06119" y="2725638"/>
            <a:ext cx="3179762" cy="31608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  <p:sp>
        <p:nvSpPr>
          <p:cNvPr id="7" name="Marcador de texto 14">
            <a:extLst>
              <a:ext uri="{FF2B5EF4-FFF2-40B4-BE49-F238E27FC236}">
                <a16:creationId xmlns:a16="http://schemas.microsoft.com/office/drawing/2014/main" id="{7BA32367-D35A-702C-EAAA-EA0C20A402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492" y="2725638"/>
            <a:ext cx="3179762" cy="31227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BDAE8E3A-241F-ACC9-7098-14DF8B47E6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56823" y="2725637"/>
            <a:ext cx="3179762" cy="31512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849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párrafos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2BBCF40A-5C8E-F895-B799-7107F9708D02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 | Título Capítulo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F63BFFEF-D11E-A847-4159-10579E7F10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A8CC289B-D5F4-7430-D32D-3F0AB3F49E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3617352" cy="2821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FB2C0CBD-8EB7-0BD4-D451-58F26FAA9B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43872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8BD2461F-3736-2758-8B0A-D00B1BF135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43872" y="2664678"/>
            <a:ext cx="3617352" cy="2802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ED1E0527-4F8E-3B80-EC74-9D282107C5B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96000" y="904875"/>
            <a:ext cx="6096000" cy="59531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</a:lstStyle>
          <a:p>
            <a:r>
              <a:rPr lang="es-ES" dirty="0"/>
              <a:t>Insertar imagen de fondo</a:t>
            </a:r>
          </a:p>
        </p:txBody>
      </p:sp>
      <p:sp>
        <p:nvSpPr>
          <p:cNvPr id="16" name="Título 12">
            <a:extLst>
              <a:ext uri="{FF2B5EF4-FFF2-40B4-BE49-F238E27FC236}">
                <a16:creationId xmlns:a16="http://schemas.microsoft.com/office/drawing/2014/main" id="{43D9B593-64C2-BE2C-F5C8-ABCC757123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5208587" cy="38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0046237-284A-79E9-CAF4-A49B55282A59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6">
            <a:extLst>
              <a:ext uri="{FF2B5EF4-FFF2-40B4-BE49-F238E27FC236}">
                <a16:creationId xmlns:a16="http://schemas.microsoft.com/office/drawing/2014/main" id="{7EABC1D3-E7AF-BEC3-5069-CBED4705F30E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 dirty="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60419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raf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2">
            <a:extLst>
              <a:ext uri="{FF2B5EF4-FFF2-40B4-BE49-F238E27FC236}">
                <a16:creationId xmlns:a16="http://schemas.microsoft.com/office/drawing/2014/main" id="{C700EE37-B9B1-9907-1BA0-C6243FA6F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3665537" cy="86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 dirty="0"/>
              <a:t>Título de la </a:t>
            </a:r>
            <a:r>
              <a:rPr lang="es-ES" dirty="0" err="1"/>
              <a:t>slide</a:t>
            </a:r>
            <a:r>
              <a:rPr lang="es-ES" dirty="0"/>
              <a:t> hit qui cum </a:t>
            </a:r>
            <a:r>
              <a:rPr lang="es-ES" dirty="0" err="1"/>
              <a:t>aliquia</a:t>
            </a:r>
            <a:endParaRPr lang="es-ES" dirty="0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FA156288-54CB-3B66-2FB4-2A495C1F8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 | Título Capítulo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6530C4B4-96E8-09C1-D07D-DE2EE5E21A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4FB530F3-4392-7CA3-4A4E-17EE0A2ABA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4779962" cy="22972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66302F8C-D22B-0D56-8445-17ED5BA39D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de documento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90B5E5C-F348-3899-F6F7-726C869BB2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BAC3FA40-FB54-6FED-2377-45057456429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57925" y="0"/>
            <a:ext cx="5934075" cy="603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 dirty="0"/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262968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fras +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2">
            <a:extLst>
              <a:ext uri="{FF2B5EF4-FFF2-40B4-BE49-F238E27FC236}">
                <a16:creationId xmlns:a16="http://schemas.microsoft.com/office/drawing/2014/main" id="{C700EE37-B9B1-9907-1BA0-C6243FA6F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365250"/>
            <a:ext cx="2646362" cy="1187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 dirty="0"/>
              <a:t>Título de la </a:t>
            </a:r>
            <a:r>
              <a:rPr lang="es-ES" dirty="0" err="1"/>
              <a:t>slide</a:t>
            </a:r>
            <a:r>
              <a:rPr lang="es-ES" dirty="0"/>
              <a:t> hit qui cum </a:t>
            </a:r>
            <a:r>
              <a:rPr lang="es-ES" dirty="0" err="1"/>
              <a:t>aliquia</a:t>
            </a:r>
            <a:endParaRPr lang="es-ES" dirty="0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FA156288-54CB-3B66-2FB4-2A495C1F8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 | Título Capítulo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6530C4B4-96E8-09C1-D07D-DE2EE5E21A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88363" y="1268352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4FB530F3-4392-7CA3-4A4E-17EE0A2ABA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8364" y="1603200"/>
            <a:ext cx="3027362" cy="1825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66302F8C-D22B-0D56-8445-17ED5BA39D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de documento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90B5E5C-F348-3899-F6F7-726C869BB2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BAC3FA40-FB54-6FED-2377-45057456429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619999" y="3743325"/>
            <a:ext cx="4572001" cy="3114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" name="Marcador de posición de imagen 14">
            <a:extLst>
              <a:ext uri="{FF2B5EF4-FFF2-40B4-BE49-F238E27FC236}">
                <a16:creationId xmlns:a16="http://schemas.microsoft.com/office/drawing/2014/main" id="{CE30C591-B5ED-AE14-B136-AA7AAA24215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952875" y="0"/>
            <a:ext cx="3648075" cy="3733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5" name="Marcador de texto 14">
            <a:extLst>
              <a:ext uri="{FF2B5EF4-FFF2-40B4-BE49-F238E27FC236}">
                <a16:creationId xmlns:a16="http://schemas.microsoft.com/office/drawing/2014/main" id="{57AD1D00-1C6E-220B-6F67-D564F57C8A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35413" y="3995886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Título párrafo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02A4500B-A079-8363-650A-F3FB25BFA9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35414" y="4330734"/>
            <a:ext cx="3027362" cy="1906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160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Subtítulo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</p:txBody>
      </p:sp>
      <p:sp>
        <p:nvSpPr>
          <p:cNvPr id="7" name="Marcador de texto 14">
            <a:extLst>
              <a:ext uri="{FF2B5EF4-FFF2-40B4-BE49-F238E27FC236}">
                <a16:creationId xmlns:a16="http://schemas.microsoft.com/office/drawing/2014/main" id="{FE1A5F63-BCC8-E0DB-0B59-66EF0A17AA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813" y="2995762"/>
            <a:ext cx="2684462" cy="4999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99%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716EA20D-10A9-2764-8384-2EFB27EE71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8812" y="3519636"/>
            <a:ext cx="2713037" cy="309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Descripción porcentaje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FA2CF41D-E040-DF75-EBFE-9620F69CD2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13" y="4129262"/>
            <a:ext cx="2684462" cy="4999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99%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B7206015-13DD-D2BE-EA9D-97D5E38611E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8812" y="4653136"/>
            <a:ext cx="2713037" cy="309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Descripción porcentaje</a:t>
            </a:r>
          </a:p>
        </p:txBody>
      </p:sp>
    </p:spTree>
    <p:extLst>
      <p:ext uri="{BB962C8B-B14F-4D97-AF65-F5344CB8AC3E}">
        <p14:creationId xmlns:p14="http://schemas.microsoft.com/office/powerpoint/2010/main" val="252974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Fondo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 | Título Capítulo</a:t>
            </a:r>
          </a:p>
        </p:txBody>
      </p:sp>
      <p:sp>
        <p:nvSpPr>
          <p:cNvPr id="31" name="Título 12">
            <a:extLst>
              <a:ext uri="{FF2B5EF4-FFF2-40B4-BE49-F238E27FC236}">
                <a16:creationId xmlns:a16="http://schemas.microsoft.com/office/drawing/2014/main" id="{A8560822-5D23-076E-6C0B-1752068292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17607F2-5DC5-8030-7B10-90E145C360AD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FC2F923-661D-DADD-63A1-D74D1F5869A0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6">
            <a:extLst>
              <a:ext uri="{FF2B5EF4-FFF2-40B4-BE49-F238E27FC236}">
                <a16:creationId xmlns:a16="http://schemas.microsoft.com/office/drawing/2014/main" id="{155FD5B2-3276-1076-AFA1-E386400C6957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 dirty="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58086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_Fondo color +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0B9EFE76-9895-968F-8D64-ACEDEBFEB975}"/>
              </a:ext>
            </a:extLst>
          </p:cNvPr>
          <p:cNvSpPr/>
          <p:nvPr userDrawn="1"/>
        </p:nvSpPr>
        <p:spPr>
          <a:xfrm>
            <a:off x="0" y="809624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B2A0F0-47D4-6937-C4BF-0A9831BCA5A5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 | Título Capítulo</a:t>
            </a:r>
          </a:p>
        </p:txBody>
      </p:sp>
      <p:sp>
        <p:nvSpPr>
          <p:cNvPr id="30" name="Marcador de gráfico 29">
            <a:extLst>
              <a:ext uri="{FF2B5EF4-FFF2-40B4-BE49-F238E27FC236}">
                <a16:creationId xmlns:a16="http://schemas.microsoft.com/office/drawing/2014/main" id="{347FE033-9997-3CF8-CD55-605716E282FD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658813" y="1935163"/>
            <a:ext cx="10874375" cy="3986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s-ES" dirty="0"/>
              <a:t>Insertar gráfico</a:t>
            </a:r>
          </a:p>
        </p:txBody>
      </p:sp>
      <p:sp>
        <p:nvSpPr>
          <p:cNvPr id="2" name="Título 12">
            <a:extLst>
              <a:ext uri="{FF2B5EF4-FFF2-40B4-BE49-F238E27FC236}">
                <a16:creationId xmlns:a16="http://schemas.microsoft.com/office/drawing/2014/main" id="{6FCCCF6D-8E1E-5978-C427-D5FD5CB26D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D1B3711-C4CC-3053-88B2-58EBA79A0EE9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older 6">
            <a:extLst>
              <a:ext uri="{FF2B5EF4-FFF2-40B4-BE49-F238E27FC236}">
                <a16:creationId xmlns:a16="http://schemas.microsoft.com/office/drawing/2014/main" id="{CEF8CA55-C913-2C61-2861-1DBA36150A9F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 dirty="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1622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5A3169-FC67-1189-83C0-97C7F869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2F2CB0-61FF-429D-9B72-3A626C6B8B73}" type="datetimeFigureOut">
              <a:rPr lang="es-ES" smtClean="0"/>
              <a:t>24/11/2023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4575A2-CC3B-0B8B-74D6-463E311C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49956F-6046-924B-B8C8-C5ED86EE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8437C7-1C36-47A1-9133-B4374BE38B61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F60AD945-84A7-F903-9540-FB02C289A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365250"/>
            <a:ext cx="10874374" cy="38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 dirty="0"/>
              <a:t>Título de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C3123959-B19F-6199-B54B-5689211F6A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01 |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25202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29BE45E-2C5C-72D3-DB27-F2140D13B2D6}"/>
              </a:ext>
            </a:extLst>
          </p:cNvPr>
          <p:cNvSpPr/>
          <p:nvPr userDrawn="1"/>
        </p:nvSpPr>
        <p:spPr>
          <a:xfrm>
            <a:off x="5505583" y="0"/>
            <a:ext cx="6686416" cy="6858000"/>
          </a:xfrm>
          <a:prstGeom prst="rect">
            <a:avLst/>
          </a:prstGeom>
          <a:solidFill>
            <a:srgbClr val="E6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B950ADA-F5CE-BD37-13B5-7198174ACF86}"/>
              </a:ext>
            </a:extLst>
          </p:cNvPr>
          <p:cNvSpPr/>
          <p:nvPr userDrawn="1"/>
        </p:nvSpPr>
        <p:spPr>
          <a:xfrm>
            <a:off x="-24680" y="0"/>
            <a:ext cx="47109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79AA810-61A8-FD22-0B20-1AA2BA0F7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813" y="633413"/>
            <a:ext cx="1533525" cy="216087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F4BBCDA-C321-5ED1-BC69-C3160B29B26F}"/>
              </a:ext>
            </a:extLst>
          </p:cNvPr>
          <p:cNvSpPr txBox="1"/>
          <p:nvPr userDrawn="1"/>
        </p:nvSpPr>
        <p:spPr>
          <a:xfrm>
            <a:off x="658813" y="6070288"/>
            <a:ext cx="485298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s-ES" sz="800" dirty="0"/>
              <a:t>Campus Almansa </a:t>
            </a:r>
            <a:r>
              <a:rPr lang="es-ES" sz="800" dirty="0">
                <a:solidFill>
                  <a:schemeClr val="accent1"/>
                </a:solidFill>
              </a:rPr>
              <a:t>|</a:t>
            </a:r>
            <a:r>
              <a:rPr lang="es-ES" sz="800" dirty="0"/>
              <a:t> Calle Almansa 101 </a:t>
            </a:r>
            <a:r>
              <a:rPr lang="es-ES" sz="800" dirty="0">
                <a:solidFill>
                  <a:schemeClr val="accent1"/>
                </a:solidFill>
              </a:rPr>
              <a:t>|</a:t>
            </a:r>
            <a:r>
              <a:rPr lang="es-ES" sz="800" dirty="0"/>
              <a:t> 28040 Madrid </a:t>
            </a:r>
            <a:r>
              <a:rPr lang="es-ES" sz="800" dirty="0">
                <a:solidFill>
                  <a:schemeClr val="accent1"/>
                </a:solidFill>
              </a:rPr>
              <a:t>| </a:t>
            </a:r>
            <a:r>
              <a:rPr lang="es-ES" sz="800" b="1" dirty="0">
                <a:solidFill>
                  <a:schemeClr val="accent1"/>
                </a:solidFill>
              </a:rPr>
              <a:t>cunef.edu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ES" sz="80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16A516A-2301-D534-5E71-520653D696EA}"/>
              </a:ext>
            </a:extLst>
          </p:cNvPr>
          <p:cNvCxnSpPr>
            <a:cxnSpLocks/>
          </p:cNvCxnSpPr>
          <p:nvPr userDrawn="1"/>
        </p:nvCxnSpPr>
        <p:spPr>
          <a:xfrm>
            <a:off x="658813" y="6239516"/>
            <a:ext cx="4032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Imagen que contiene Forma&#10;&#10;Descripción generada automáticamente">
            <a:extLst>
              <a:ext uri="{FF2B5EF4-FFF2-40B4-BE49-F238E27FC236}">
                <a16:creationId xmlns:a16="http://schemas.microsoft.com/office/drawing/2014/main" id="{577EB4E4-8E54-AB98-E7C5-0EB835EC62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1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5EB0F6C-A66A-8166-528E-04279256E15B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older 6">
            <a:extLst>
              <a:ext uri="{FF2B5EF4-FFF2-40B4-BE49-F238E27FC236}">
                <a16:creationId xmlns:a16="http://schemas.microsoft.com/office/drawing/2014/main" id="{2684CD75-7761-5C7B-C403-DC1484CB7DB9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 dirty="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838C56-1F9E-D482-D885-E892B0C62FD9}"/>
              </a:ext>
            </a:extLst>
          </p:cNvPr>
          <p:cNvSpPr/>
          <p:nvPr userDrawn="1"/>
        </p:nvSpPr>
        <p:spPr>
          <a:xfrm>
            <a:off x="12268200" y="-1"/>
            <a:ext cx="3632200" cy="6858001"/>
          </a:xfrm>
          <a:prstGeom prst="rect">
            <a:avLst/>
          </a:prstGeom>
          <a:solidFill>
            <a:srgbClr val="E6E1DB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D30176E-6C24-31A3-9C27-DAACB77A35D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02062870"/>
              </p:ext>
            </p:extLst>
          </p:nvPr>
        </p:nvGraphicFramePr>
        <p:xfrm>
          <a:off x="12481621" y="594654"/>
          <a:ext cx="3177479" cy="2578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7479">
                  <a:extLst>
                    <a:ext uri="{9D8B030D-6E8A-4147-A177-3AD203B41FA5}">
                      <a16:colId xmlns:a16="http://schemas.microsoft.com/office/drawing/2014/main" val="3531758884"/>
                    </a:ext>
                  </a:extLst>
                </a:gridCol>
              </a:tblGrid>
              <a:tr h="5065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Título capitulo</a:t>
                      </a:r>
                    </a:p>
                    <a:p>
                      <a:pPr marL="0" algn="l" defTabSz="914400" rtl="0" eaLnBrk="1" latinLnBrk="0" hangingPunct="1"/>
                      <a:r>
                        <a:rPr lang="es-ES" sz="900" b="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Arial Bold 12 pt. Naranja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53962"/>
                  </a:ext>
                </a:extLst>
              </a:tr>
              <a:tr h="517269">
                <a:tc>
                  <a:txBody>
                    <a:bodyPr/>
                    <a:lstStyle/>
                    <a:p>
                      <a:r>
                        <a:rPr lang="es-ES" sz="2800" b="1" dirty="0">
                          <a:latin typeface="+mj-lt"/>
                        </a:rPr>
                        <a:t>Título diapositiva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144297"/>
                  </a:ext>
                </a:extLst>
              </a:tr>
              <a:tr h="33736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+mj-lt"/>
                        </a:rPr>
                        <a:t>Arial 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Bold</a:t>
                      </a:r>
                      <a:r>
                        <a:rPr lang="es-ES" sz="9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dirty="0">
                          <a:latin typeface="+mj-lt"/>
                        </a:rPr>
                        <a:t>28 pt. Negro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43497"/>
                  </a:ext>
                </a:extLst>
              </a:tr>
              <a:tr h="3117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kern="1200" dirty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Titular Nivel 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latin typeface="+mj-lt"/>
                        </a:rPr>
                        <a:t>Arial Bold 16 pt. Naranja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dirty="0">
                          <a:latin typeface="+mj-lt"/>
                        </a:rPr>
                        <a:t>Párrafo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latin typeface="+mj-lt"/>
                        </a:rPr>
                        <a:t>Arial 12 pt. Negro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6D50BC62-8E49-5C7C-20D7-2188A3E9EF03}"/>
              </a:ext>
            </a:extLst>
          </p:cNvPr>
          <p:cNvSpPr/>
          <p:nvPr userDrawn="1"/>
        </p:nvSpPr>
        <p:spPr>
          <a:xfrm>
            <a:off x="12373965" y="343742"/>
            <a:ext cx="1459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rPr>
              <a:t>Niveles de texto</a:t>
            </a:r>
            <a:endParaRPr lang="es-ES" sz="1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B1E9D61-CF03-FA61-8B2A-251B0D9BAE65}"/>
              </a:ext>
            </a:extLst>
          </p:cNvPr>
          <p:cNvSpPr/>
          <p:nvPr userDrawn="1"/>
        </p:nvSpPr>
        <p:spPr>
          <a:xfrm>
            <a:off x="12373965" y="3581276"/>
            <a:ext cx="8018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0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rPr>
              <a:t>Colores</a:t>
            </a:r>
            <a:endParaRPr lang="es-ES" sz="1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04C1473-BB7F-7D52-1A35-87FDA3D40927}"/>
              </a:ext>
            </a:extLst>
          </p:cNvPr>
          <p:cNvSpPr/>
          <p:nvPr userDrawn="1"/>
        </p:nvSpPr>
        <p:spPr>
          <a:xfrm>
            <a:off x="12380315" y="3905374"/>
            <a:ext cx="7729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Primarios</a:t>
            </a:r>
            <a:endParaRPr lang="es-ES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91C4CE8-6BC8-1824-7F85-6F9DD1C1C824}"/>
              </a:ext>
            </a:extLst>
          </p:cNvPr>
          <p:cNvSpPr/>
          <p:nvPr userDrawn="1"/>
        </p:nvSpPr>
        <p:spPr>
          <a:xfrm>
            <a:off x="12484100" y="4254500"/>
            <a:ext cx="342900" cy="342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F5685C6-B98A-813F-AA39-F1F6C4F83B1D}"/>
              </a:ext>
            </a:extLst>
          </p:cNvPr>
          <p:cNvSpPr/>
          <p:nvPr userDrawn="1"/>
        </p:nvSpPr>
        <p:spPr>
          <a:xfrm>
            <a:off x="12380315" y="4657204"/>
            <a:ext cx="6783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RGB </a:t>
            </a:r>
            <a:r>
              <a:rPr lang="es-ES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255/87/0</a:t>
            </a:r>
          </a:p>
          <a:p>
            <a:r>
              <a:rPr lang="es-ES" sz="600" b="1" kern="120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Hex</a:t>
            </a:r>
            <a:r>
              <a:rPr lang="es-ES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s-ES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#ff5700</a:t>
            </a:r>
            <a:endParaRPr lang="es-ES" sz="600" b="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6216A65-9EB9-BA78-5C11-512C973B9EE4}"/>
              </a:ext>
            </a:extLst>
          </p:cNvPr>
          <p:cNvCxnSpPr/>
          <p:nvPr userDrawn="1"/>
        </p:nvCxnSpPr>
        <p:spPr>
          <a:xfrm>
            <a:off x="13215941" y="4254500"/>
            <a:ext cx="0" cy="823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2AE69BD-D19F-75F3-67BA-281857950831}"/>
              </a:ext>
            </a:extLst>
          </p:cNvPr>
          <p:cNvSpPr/>
          <p:nvPr userDrawn="1"/>
        </p:nvSpPr>
        <p:spPr>
          <a:xfrm>
            <a:off x="13400585" y="4254500"/>
            <a:ext cx="3429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5EE5EBA-F44E-53F8-29B5-9F00E6FC8BD9}"/>
              </a:ext>
            </a:extLst>
          </p:cNvPr>
          <p:cNvSpPr/>
          <p:nvPr userDrawn="1"/>
        </p:nvSpPr>
        <p:spPr>
          <a:xfrm>
            <a:off x="13296800" y="4657204"/>
            <a:ext cx="808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RGB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214/209/196</a:t>
            </a:r>
          </a:p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Hex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#d6d1c4</a:t>
            </a:r>
            <a:endParaRPr lang="es-ES" sz="600" b="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50BD34F9-3987-76E4-A9AE-828CADACE39D}"/>
              </a:ext>
            </a:extLst>
          </p:cNvPr>
          <p:cNvCxnSpPr/>
          <p:nvPr userDrawn="1"/>
        </p:nvCxnSpPr>
        <p:spPr>
          <a:xfrm>
            <a:off x="14160896" y="4254500"/>
            <a:ext cx="0" cy="823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7C7BF24-F0CD-A996-3F5C-CFBF2028BE7D}"/>
              </a:ext>
            </a:extLst>
          </p:cNvPr>
          <p:cNvSpPr/>
          <p:nvPr userDrawn="1"/>
        </p:nvSpPr>
        <p:spPr>
          <a:xfrm>
            <a:off x="14345540" y="4254500"/>
            <a:ext cx="342900" cy="342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C3D7CEC-9DC8-AB08-1CD2-301743E72317}"/>
              </a:ext>
            </a:extLst>
          </p:cNvPr>
          <p:cNvSpPr/>
          <p:nvPr userDrawn="1"/>
        </p:nvSpPr>
        <p:spPr>
          <a:xfrm>
            <a:off x="14241755" y="4657204"/>
            <a:ext cx="7216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RGB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21/31/108</a:t>
            </a:r>
          </a:p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Hex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#1a1f6c</a:t>
            </a:r>
            <a:endParaRPr lang="es-ES" sz="6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D96DE6F-6FA5-505C-D52B-15E4B25A1C95}"/>
              </a:ext>
            </a:extLst>
          </p:cNvPr>
          <p:cNvSpPr/>
          <p:nvPr userDrawn="1"/>
        </p:nvSpPr>
        <p:spPr>
          <a:xfrm>
            <a:off x="12380315" y="5462167"/>
            <a:ext cx="9861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Secundarios </a:t>
            </a:r>
            <a:endParaRPr lang="es-ES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CBB6FB1-1B7A-BCF0-07DD-D51D66D60677}"/>
              </a:ext>
            </a:extLst>
          </p:cNvPr>
          <p:cNvSpPr/>
          <p:nvPr userDrawn="1"/>
        </p:nvSpPr>
        <p:spPr>
          <a:xfrm>
            <a:off x="12484100" y="5811293"/>
            <a:ext cx="3429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DD6A401-DF17-FF88-F39D-C4B744811B5D}"/>
              </a:ext>
            </a:extLst>
          </p:cNvPr>
          <p:cNvSpPr/>
          <p:nvPr userDrawn="1"/>
        </p:nvSpPr>
        <p:spPr>
          <a:xfrm>
            <a:off x="12380315" y="6213997"/>
            <a:ext cx="7649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RGB </a:t>
            </a:r>
            <a:r>
              <a:rPr lang="es-ES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65/192/240</a:t>
            </a:r>
          </a:p>
          <a:p>
            <a:r>
              <a:rPr lang="es-ES" sz="600" b="1" kern="120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Hex</a:t>
            </a:r>
            <a:r>
              <a:rPr lang="es-ES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</a:t>
            </a:r>
            <a:r>
              <a:rPr lang="es-ES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#41C0F0</a:t>
            </a:r>
            <a:endParaRPr lang="es-ES" sz="600" b="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E83368C-04ED-B9A7-7930-429B7519157A}"/>
              </a:ext>
            </a:extLst>
          </p:cNvPr>
          <p:cNvCxnSpPr/>
          <p:nvPr userDrawn="1"/>
        </p:nvCxnSpPr>
        <p:spPr>
          <a:xfrm>
            <a:off x="13215941" y="5811293"/>
            <a:ext cx="0" cy="823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35B0475-6C93-630D-2D54-62F6BCDE0185}"/>
              </a:ext>
            </a:extLst>
          </p:cNvPr>
          <p:cNvSpPr/>
          <p:nvPr userDrawn="1"/>
        </p:nvSpPr>
        <p:spPr>
          <a:xfrm>
            <a:off x="13400585" y="5811293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46A5D53-C0E5-778E-9A1C-8CA8D2AB303C}"/>
              </a:ext>
            </a:extLst>
          </p:cNvPr>
          <p:cNvSpPr/>
          <p:nvPr userDrawn="1"/>
        </p:nvSpPr>
        <p:spPr>
          <a:xfrm>
            <a:off x="13296800" y="6213997"/>
            <a:ext cx="808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RGB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113/194/173</a:t>
            </a:r>
          </a:p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Hex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#71C2AD</a:t>
            </a:r>
            <a:endParaRPr lang="es-ES" sz="600" b="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030B1EE-3417-A8F5-99F5-4C53E52EB9DC}"/>
              </a:ext>
            </a:extLst>
          </p:cNvPr>
          <p:cNvCxnSpPr/>
          <p:nvPr userDrawn="1"/>
        </p:nvCxnSpPr>
        <p:spPr>
          <a:xfrm>
            <a:off x="14160896" y="5811293"/>
            <a:ext cx="0" cy="823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456015C-97E4-504B-B47D-6A62F91964A6}"/>
              </a:ext>
            </a:extLst>
          </p:cNvPr>
          <p:cNvSpPr/>
          <p:nvPr userDrawn="1"/>
        </p:nvSpPr>
        <p:spPr>
          <a:xfrm>
            <a:off x="14345540" y="5811293"/>
            <a:ext cx="342900" cy="342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93B20CC-0224-79CC-2CF4-F73CF315656F}"/>
              </a:ext>
            </a:extLst>
          </p:cNvPr>
          <p:cNvSpPr/>
          <p:nvPr userDrawn="1"/>
        </p:nvSpPr>
        <p:spPr>
          <a:xfrm>
            <a:off x="14241755" y="6213997"/>
            <a:ext cx="7649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RGB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53/133/198</a:t>
            </a:r>
          </a:p>
          <a:p>
            <a:r>
              <a:rPr lang="it-IT" sz="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Hex </a:t>
            </a:r>
            <a:r>
              <a:rPr lang="it-IT" sz="6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#3585C6</a:t>
            </a:r>
            <a:endParaRPr lang="es-ES" sz="600" b="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CE6B047C-F148-F96B-E419-987FE9DA203D}"/>
              </a:ext>
            </a:extLst>
          </p:cNvPr>
          <p:cNvCxnSpPr/>
          <p:nvPr userDrawn="1"/>
        </p:nvCxnSpPr>
        <p:spPr>
          <a:xfrm>
            <a:off x="12465050" y="3365500"/>
            <a:ext cx="30099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12EAD876-A198-633C-8030-F01D6D1A5E7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404813"/>
            <a:ext cx="1253331" cy="2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62" r:id="rId5"/>
    <p:sldLayoutId id="2147483661" r:id="rId6"/>
    <p:sldLayoutId id="2147483654" r:id="rId7"/>
    <p:sldLayoutId id="2147483663" r:id="rId8"/>
    <p:sldLayoutId id="2147483652" r:id="rId9"/>
    <p:sldLayoutId id="2147483664" r:id="rId10"/>
    <p:sldLayoutId id="2147483655" r:id="rId11"/>
    <p:sldLayoutId id="214748367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7265" userDrawn="1">
          <p15:clr>
            <a:srgbClr val="F26B43"/>
          </p15:clr>
        </p15:guide>
        <p15:guide id="5" orient="horz" pos="255" userDrawn="1">
          <p15:clr>
            <a:srgbClr val="F26B43"/>
          </p15:clr>
        </p15:guide>
        <p15:guide id="6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6.xml"/><Relationship Id="rId11" Type="http://schemas.openxmlformats.org/officeDocument/2006/relationships/chart" Target="../charts/chart11.xml"/><Relationship Id="rId5" Type="http://schemas.openxmlformats.org/officeDocument/2006/relationships/chart" Target="../charts/chart5.xml"/><Relationship Id="rId10" Type="http://schemas.openxmlformats.org/officeDocument/2006/relationships/chart" Target="../charts/chart10.xml"/><Relationship Id="rId4" Type="http://schemas.openxmlformats.org/officeDocument/2006/relationships/chart" Target="../charts/chart4.xml"/><Relationship Id="rId9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DDA3D-3220-ACDA-1F03-1AD7D278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B63B8F-AB4D-7256-92F8-568A79E9BC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711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13A84-279E-5041-1140-3348FBDD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2" y="2386330"/>
            <a:ext cx="5005387" cy="1623695"/>
          </a:xfrm>
        </p:spPr>
        <p:txBody>
          <a:bodyPr>
            <a:normAutofit fontScale="90000"/>
          </a:bodyPr>
          <a:lstStyle/>
          <a:p>
            <a:r>
              <a:rPr lang="es-ES" dirty="0"/>
              <a:t>Párrafo </a:t>
            </a:r>
            <a:r>
              <a:rPr lang="es-ES" dirty="0" err="1"/>
              <a:t>intruducción</a:t>
            </a:r>
            <a:r>
              <a:rPr lang="es-ES" dirty="0"/>
              <a:t> largo,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017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9CFA12A5-0A35-E276-A976-117C717B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0C031D-B2AB-DB58-64E0-C8D46F7E48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B1039B-9C1F-81CA-DE60-3717D9389E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F58C7F0-103B-B3CE-E269-9938F35F2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9643A07-7F89-0A27-6E44-B303814E2E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7D327E5-5DF1-7A79-0599-7F45A23A92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A8C093C-AC66-471E-337C-B347A8EB7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700A0FA-81A1-B444-C419-5507DD2C69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  <a:p>
            <a:endParaRPr lang="es-E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D396B39-E55B-8BC4-F0F7-A8E173AE39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0C56B299-5B95-1723-4940-BAEB253D59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F7859C7-A3BD-1EB0-648D-BEF7F1DEA8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712566B4-8E7B-54F6-4B6B-93A7E9F36E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99CDEE04-000D-B40B-61D3-54D6BECC37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s-ES" dirty="0"/>
              <a:t>06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F88734FA-3E6B-7AB2-E33D-840807004B8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BB7B417C-BD46-2004-7D5B-FCF43CA86AA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s-ES" dirty="0"/>
              <a:t>07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201A6519-22EC-6CAF-52B3-C5818CC156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/>
              <a:t>Título capítulo de várias líneas </a:t>
            </a:r>
            <a:r>
              <a:rPr lang="pt-BR" dirty="0" err="1"/>
              <a:t>Lorem</a:t>
            </a:r>
            <a:r>
              <a:rPr lang="pt-BR" dirty="0"/>
              <a:t> ipsum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2EACA07F-AFAE-D037-C802-4F38680FE3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08</a:t>
            </a:r>
          </a:p>
        </p:txBody>
      </p:sp>
      <p:sp>
        <p:nvSpPr>
          <p:cNvPr id="47" name="Marcador de texto 46">
            <a:extLst>
              <a:ext uri="{FF2B5EF4-FFF2-40B4-BE49-F238E27FC236}">
                <a16:creationId xmlns:a16="http://schemas.microsoft.com/office/drawing/2014/main" id="{A6E317D4-EB12-7999-5F9F-D013B4BF9F6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dirty="0"/>
              <a:t>Título de documento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8A27737-C308-F752-E642-476DCE8135D0}"/>
              </a:ext>
            </a:extLst>
          </p:cNvPr>
          <p:cNvCxnSpPr>
            <a:cxnSpLocks/>
          </p:cNvCxnSpPr>
          <p:nvPr/>
        </p:nvCxnSpPr>
        <p:spPr>
          <a:xfrm>
            <a:off x="658813" y="2686050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24ADB42-EA03-3143-9C98-55564C8F5646}"/>
              </a:ext>
            </a:extLst>
          </p:cNvPr>
          <p:cNvCxnSpPr>
            <a:cxnSpLocks/>
          </p:cNvCxnSpPr>
          <p:nvPr/>
        </p:nvCxnSpPr>
        <p:spPr>
          <a:xfrm>
            <a:off x="3039906" y="2686050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48B4AEB-A356-4318-20F4-E18182B30916}"/>
              </a:ext>
            </a:extLst>
          </p:cNvPr>
          <p:cNvCxnSpPr>
            <a:cxnSpLocks/>
          </p:cNvCxnSpPr>
          <p:nvPr/>
        </p:nvCxnSpPr>
        <p:spPr>
          <a:xfrm>
            <a:off x="5420999" y="2686050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0C6A864-77AA-41DA-968B-6031E893F202}"/>
              </a:ext>
            </a:extLst>
          </p:cNvPr>
          <p:cNvCxnSpPr>
            <a:cxnSpLocks/>
          </p:cNvCxnSpPr>
          <p:nvPr/>
        </p:nvCxnSpPr>
        <p:spPr>
          <a:xfrm>
            <a:off x="7802091" y="2686050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F87879-4B68-70EE-3A0E-EE9CAF4B0CE2}"/>
              </a:ext>
            </a:extLst>
          </p:cNvPr>
          <p:cNvCxnSpPr>
            <a:cxnSpLocks/>
          </p:cNvCxnSpPr>
          <p:nvPr/>
        </p:nvCxnSpPr>
        <p:spPr>
          <a:xfrm>
            <a:off x="658813" y="4645069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D209854-6C97-7997-FBB4-F28EC9132D58}"/>
              </a:ext>
            </a:extLst>
          </p:cNvPr>
          <p:cNvCxnSpPr>
            <a:cxnSpLocks/>
          </p:cNvCxnSpPr>
          <p:nvPr/>
        </p:nvCxnSpPr>
        <p:spPr>
          <a:xfrm>
            <a:off x="3039906" y="4645069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E05DC-C940-516F-35D3-A45F6C26EB2C}"/>
              </a:ext>
            </a:extLst>
          </p:cNvPr>
          <p:cNvCxnSpPr>
            <a:cxnSpLocks/>
          </p:cNvCxnSpPr>
          <p:nvPr/>
        </p:nvCxnSpPr>
        <p:spPr>
          <a:xfrm>
            <a:off x="5420999" y="4645069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1FD6CB0-7932-DD56-6E72-F9A51FB9E911}"/>
              </a:ext>
            </a:extLst>
          </p:cNvPr>
          <p:cNvCxnSpPr>
            <a:cxnSpLocks/>
          </p:cNvCxnSpPr>
          <p:nvPr/>
        </p:nvCxnSpPr>
        <p:spPr>
          <a:xfrm>
            <a:off x="7802091" y="4645069"/>
            <a:ext cx="72231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85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48C33-9D99-CA6B-0755-FE7F912C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DD6A27-6A6C-C4B1-E2E3-71DC16CEC0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305601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9B74FB2-B3D7-6872-78A9-D702AB55C6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8813" y="6385912"/>
            <a:ext cx="2511106" cy="152048"/>
          </a:xfrm>
        </p:spPr>
        <p:txBody>
          <a:bodyPr/>
          <a:lstStyle/>
          <a:p>
            <a:r>
              <a:rPr lang="es-ES"/>
              <a:t>Título de documento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6E8864-EB0E-231A-F9EE-EF96EE0912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813" y="938213"/>
            <a:ext cx="1751483" cy="204787"/>
          </a:xfrm>
        </p:spPr>
        <p:txBody>
          <a:bodyPr/>
          <a:lstStyle/>
          <a:p>
            <a:r>
              <a:rPr lang="es-ES"/>
              <a:t>01 | Título capítulo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41D919-2409-0B2C-4152-44454461E4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1492" y="2329830"/>
            <a:ext cx="1751483" cy="204787"/>
          </a:xfrm>
        </p:spPr>
        <p:txBody>
          <a:bodyPr/>
          <a:lstStyle/>
          <a:p>
            <a:r>
              <a:rPr lang="es-ES"/>
              <a:t>Título párrafo 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216466C-4542-01DD-357D-665E09CE479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06119" y="2329830"/>
            <a:ext cx="1751483" cy="204787"/>
          </a:xfrm>
        </p:spPr>
        <p:txBody>
          <a:bodyPr/>
          <a:lstStyle/>
          <a:p>
            <a:r>
              <a:rPr lang="es-ES"/>
              <a:t>Título párrafo </a:t>
            </a:r>
            <a:endParaRPr lang="es-ES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E902813-1E1F-5779-D1CF-F2C69D724EC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356823" y="2329830"/>
            <a:ext cx="1751483" cy="204787"/>
          </a:xfrm>
        </p:spPr>
        <p:txBody>
          <a:bodyPr/>
          <a:lstStyle/>
          <a:p>
            <a:r>
              <a:rPr lang="es-ES"/>
              <a:t>Título párrafo </a:t>
            </a:r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FF0F2C0-2639-CA6C-1DDF-1708915D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1365250"/>
            <a:ext cx="10874375" cy="463550"/>
          </a:xfrm>
        </p:spPr>
        <p:txBody>
          <a:bodyPr/>
          <a:lstStyle/>
          <a:p>
            <a:r>
              <a:rPr lang="es-ES" dirty="0"/>
              <a:t>Título </a:t>
            </a:r>
            <a:r>
              <a:rPr lang="es-ES" dirty="0" err="1"/>
              <a:t>slide</a:t>
            </a:r>
            <a:r>
              <a:rPr lang="es-ES" dirty="0"/>
              <a:t> (3 párrafos, con fondo)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4095F2F-C61B-9BAF-EF0A-1B08E37DB9E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06119" y="2725638"/>
            <a:ext cx="3179762" cy="3160812"/>
          </a:xfrm>
        </p:spPr>
        <p:txBody>
          <a:bodyPr/>
          <a:lstStyle/>
          <a:p>
            <a:pPr lvl="0"/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90D0F5B-69FC-5C00-28C6-DD6015192F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1492" y="2725638"/>
            <a:ext cx="3179762" cy="3122712"/>
          </a:xfrm>
        </p:spPr>
        <p:txBody>
          <a:bodyPr/>
          <a:lstStyle/>
          <a:p>
            <a:pPr lvl="0"/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CC9BCF01-DC87-C8AE-3912-B358DE5393E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endParaRPr lang="es-ES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95E4FF1-DB8E-1E28-F407-5E3590EA859E}"/>
              </a:ext>
            </a:extLst>
          </p:cNvPr>
          <p:cNvCxnSpPr>
            <a:cxnSpLocks/>
          </p:cNvCxnSpPr>
          <p:nvPr/>
        </p:nvCxnSpPr>
        <p:spPr>
          <a:xfrm>
            <a:off x="4157946" y="2362200"/>
            <a:ext cx="0" cy="3371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0C62508-CC39-B9B1-4398-181B529F2763}"/>
              </a:ext>
            </a:extLst>
          </p:cNvPr>
          <p:cNvCxnSpPr>
            <a:cxnSpLocks/>
          </p:cNvCxnSpPr>
          <p:nvPr/>
        </p:nvCxnSpPr>
        <p:spPr>
          <a:xfrm>
            <a:off x="7999834" y="2343150"/>
            <a:ext cx="0" cy="3390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55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EA708F58-A5A6-8312-2336-B557EFB1BBC4}"/>
              </a:ext>
            </a:extLst>
          </p:cNvPr>
          <p:cNvSpPr/>
          <p:nvPr/>
        </p:nvSpPr>
        <p:spPr>
          <a:xfrm>
            <a:off x="0" y="809625"/>
            <a:ext cx="12192000" cy="6048375"/>
          </a:xfrm>
          <a:prstGeom prst="rect">
            <a:avLst/>
          </a:prstGeom>
          <a:gradFill>
            <a:gsLst>
              <a:gs pos="21000">
                <a:srgbClr val="E6E1DB">
                  <a:alpha val="0"/>
                </a:srgbClr>
              </a:gs>
              <a:gs pos="79000">
                <a:srgbClr val="E6E1DB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2EC42F9-C423-A3CF-30EE-9435D102AD5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8813" y="6385912"/>
            <a:ext cx="2511106" cy="152048"/>
          </a:xfrm>
        </p:spPr>
        <p:txBody>
          <a:bodyPr/>
          <a:lstStyle/>
          <a:p>
            <a:r>
              <a:rPr lang="es-ES" dirty="0"/>
              <a:t>Título de documento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A4FFC5-7B3B-53EE-1CEB-2FBA32A19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813" y="938213"/>
            <a:ext cx="1751483" cy="204787"/>
          </a:xfrm>
        </p:spPr>
        <p:txBody>
          <a:bodyPr/>
          <a:lstStyle/>
          <a:p>
            <a:r>
              <a:rPr lang="es-ES" dirty="0"/>
              <a:t>01 | Título capítulo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FE233D-1F94-A7B0-8C06-E986D3DA66E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13" y="2329830"/>
            <a:ext cx="1751483" cy="204787"/>
          </a:xfrm>
        </p:spPr>
        <p:txBody>
          <a:bodyPr/>
          <a:lstStyle/>
          <a:p>
            <a:r>
              <a:rPr lang="es-ES" dirty="0"/>
              <a:t>Título párrafo 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8EDD29C-01FE-F418-2BCC-AEED4E04DA3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8813" y="2664678"/>
            <a:ext cx="3617352" cy="2821722"/>
          </a:xfrm>
        </p:spPr>
        <p:txBody>
          <a:bodyPr/>
          <a:lstStyle/>
          <a:p>
            <a:pPr lvl="0"/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C10CB41-6695-0B53-35CE-8B46D4C6009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943872" y="2329830"/>
            <a:ext cx="1751483" cy="204787"/>
          </a:xfrm>
        </p:spPr>
        <p:txBody>
          <a:bodyPr/>
          <a:lstStyle/>
          <a:p>
            <a:r>
              <a:rPr lang="es-ES" dirty="0"/>
              <a:t>Título párrafo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9D3EA4D-C8EC-A1DC-3E01-DB80511839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43872" y="2664678"/>
            <a:ext cx="3617352" cy="2802672"/>
          </a:xfrm>
        </p:spPr>
        <p:txBody>
          <a:bodyPr/>
          <a:lstStyle/>
          <a:p>
            <a:pPr lvl="0"/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BBA135C-C878-7075-7E7F-B9238CB8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1365250"/>
            <a:ext cx="6192748" cy="387350"/>
          </a:xfrm>
        </p:spPr>
        <p:txBody>
          <a:bodyPr/>
          <a:lstStyle/>
          <a:p>
            <a:r>
              <a:rPr lang="es-ES" dirty="0"/>
              <a:t>Título </a:t>
            </a:r>
            <a:r>
              <a:rPr lang="es-ES" dirty="0" err="1"/>
              <a:t>slide</a:t>
            </a:r>
            <a:r>
              <a:rPr lang="es-ES" dirty="0"/>
              <a:t> (2 párrafos, con imagen)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726FC8E-9323-E137-7CEE-6E8686E195A8}"/>
              </a:ext>
            </a:extLst>
          </p:cNvPr>
          <p:cNvCxnSpPr>
            <a:cxnSpLocks/>
          </p:cNvCxnSpPr>
          <p:nvPr/>
        </p:nvCxnSpPr>
        <p:spPr>
          <a:xfrm>
            <a:off x="4538946" y="2362200"/>
            <a:ext cx="0" cy="3105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D1102FD-F663-122D-E4B9-39DC8B22FDBC}"/>
              </a:ext>
            </a:extLst>
          </p:cNvPr>
          <p:cNvCxnSpPr>
            <a:cxnSpLocks/>
          </p:cNvCxnSpPr>
          <p:nvPr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B95547C-9864-1E15-50F2-699FE8B22242}"/>
              </a:ext>
            </a:extLst>
          </p:cNvPr>
          <p:cNvCxnSpPr>
            <a:cxnSpLocks/>
          </p:cNvCxnSpPr>
          <p:nvPr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older 6">
            <a:extLst>
              <a:ext uri="{FF2B5EF4-FFF2-40B4-BE49-F238E27FC236}">
                <a16:creationId xmlns:a16="http://schemas.microsoft.com/office/drawing/2014/main" id="{FC931346-6727-1247-16CD-8741D998CC11}"/>
              </a:ext>
            </a:extLst>
          </p:cNvPr>
          <p:cNvSpPr txBox="1">
            <a:spLocks/>
          </p:cNvSpPr>
          <p:nvPr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 dirty="0">
                <a:solidFill>
                  <a:schemeClr val="bg1"/>
                </a:solidFill>
              </a:rPr>
              <a:t>Pág. </a:t>
            </a:r>
            <a:fld id="{81D60167-4931-47E6-BA6A-407CBD079E47}" type="slidenum">
              <a:rPr sz="900" smtClean="0">
                <a:solidFill>
                  <a:schemeClr val="bg1"/>
                </a:solidFill>
              </a:rPr>
              <a:pPr marL="92075">
                <a:spcBef>
                  <a:spcPts val="155"/>
                </a:spcBef>
              </a:pPr>
              <a:t>6</a:t>
            </a:fld>
            <a:endParaRPr sz="900" dirty="0">
              <a:solidFill>
                <a:schemeClr val="bg1"/>
              </a:solidFill>
            </a:endParaRPr>
          </a:p>
        </p:txBody>
      </p:sp>
      <p:pic>
        <p:nvPicPr>
          <p:cNvPr id="9" name="Marcador de posición de imagen 3">
            <a:extLst>
              <a:ext uri="{FF2B5EF4-FFF2-40B4-BE49-F238E27FC236}">
                <a16:creationId xmlns:a16="http://schemas.microsoft.com/office/drawing/2014/main" id="{A8E0341C-5C17-0CFB-DDF6-6E0235555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50" t="2235" r="13002" b="4"/>
          <a:stretch/>
        </p:blipFill>
        <p:spPr>
          <a:xfrm>
            <a:off x="8819373" y="809626"/>
            <a:ext cx="3438090" cy="348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2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A49B0EA-2C89-7692-BA3E-2E6710F838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5D3DE-DDD7-8D34-7774-EC81E74353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974A4515-8695-65F3-95C0-EC34349378AD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A6AD814-02CE-46E0-473F-06076EFC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3767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3">
            <a:extLst>
              <a:ext uri="{FF2B5EF4-FFF2-40B4-BE49-F238E27FC236}">
                <a16:creationId xmlns:a16="http://schemas.microsoft.com/office/drawing/2014/main" id="{07A50E68-647A-7A84-1970-F957DB7558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75" t="2008" r="17875"/>
          <a:stretch/>
        </p:blipFill>
        <p:spPr>
          <a:xfrm>
            <a:off x="6266911" y="0"/>
            <a:ext cx="5952675" cy="6042174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986A34F-D75A-9049-B3C0-B2C900DD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3" y="1365250"/>
            <a:ext cx="3665537" cy="863600"/>
          </a:xfrm>
        </p:spPr>
        <p:txBody>
          <a:bodyPr/>
          <a:lstStyle/>
          <a:p>
            <a:r>
              <a:rPr lang="es-ES" dirty="0"/>
              <a:t>Título </a:t>
            </a:r>
            <a:r>
              <a:rPr lang="es-ES" dirty="0" err="1"/>
              <a:t>slide</a:t>
            </a:r>
            <a:r>
              <a:rPr lang="es-ES" dirty="0"/>
              <a:t> </a:t>
            </a:r>
            <a:br>
              <a:rPr lang="es-ES" dirty="0"/>
            </a:br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44AB4D4-B56B-85E8-FBAF-3484CAE450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813" y="938213"/>
            <a:ext cx="1751483" cy="204787"/>
          </a:xfrm>
        </p:spPr>
        <p:txBody>
          <a:bodyPr/>
          <a:lstStyle/>
          <a:p>
            <a:r>
              <a:rPr lang="es-ES" dirty="0"/>
              <a:t>01 | Título capítulo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70C1054-C31A-778E-2BB9-DE9F35B5CE7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13" y="2329830"/>
            <a:ext cx="1751483" cy="204787"/>
          </a:xfrm>
        </p:spPr>
        <p:txBody>
          <a:bodyPr/>
          <a:lstStyle/>
          <a:p>
            <a:r>
              <a:rPr lang="es-ES" dirty="0"/>
              <a:t>Título párrafo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FCC71AC-50C6-0ABD-2D37-466008C1EB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8813" y="2664678"/>
            <a:ext cx="4779962" cy="2297288"/>
          </a:xfrm>
        </p:spPr>
        <p:txBody>
          <a:bodyPr/>
          <a:lstStyle/>
          <a:p>
            <a:pPr lvl="0"/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pPr lvl="0"/>
            <a:r>
              <a:rPr lang="es-ES" dirty="0"/>
              <a:t>Pe </a:t>
            </a:r>
            <a:r>
              <a:rPr lang="es-ES" dirty="0" err="1"/>
              <a:t>pa</a:t>
            </a:r>
            <a:r>
              <a:rPr lang="es-ES" dirty="0"/>
              <a:t> </a:t>
            </a:r>
            <a:r>
              <a:rPr lang="es-ES" dirty="0" err="1"/>
              <a:t>quate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deliciet</a:t>
            </a:r>
            <a:r>
              <a:rPr lang="es-ES" dirty="0"/>
              <a:t> </a:t>
            </a:r>
            <a:r>
              <a:rPr lang="es-ES" dirty="0" err="1"/>
              <a:t>ati</a:t>
            </a:r>
            <a:r>
              <a:rPr lang="es-ES" dirty="0"/>
              <a:t> </a:t>
            </a:r>
            <a:r>
              <a:rPr lang="es-ES" dirty="0" err="1"/>
              <a:t>volupiendis</a:t>
            </a:r>
            <a:r>
              <a:rPr lang="es-ES" dirty="0"/>
              <a:t> di </a:t>
            </a:r>
            <a:r>
              <a:rPr lang="es-ES" dirty="0" err="1"/>
              <a:t>audanda</a:t>
            </a:r>
            <a:r>
              <a:rPr lang="es-ES" dirty="0"/>
              <a:t> </a:t>
            </a:r>
            <a:r>
              <a:rPr lang="es-ES" dirty="0" err="1"/>
              <a:t>dolorep</a:t>
            </a:r>
            <a:r>
              <a:rPr lang="es-ES" dirty="0"/>
              <a:t> </a:t>
            </a:r>
            <a:r>
              <a:rPr lang="es-ES" dirty="0" err="1"/>
              <a:t>eriore</a:t>
            </a:r>
            <a:r>
              <a:rPr lang="es-ES" dirty="0"/>
              <a:t> </a:t>
            </a:r>
            <a:r>
              <a:rPr lang="es-ES" dirty="0" err="1"/>
              <a:t>perferi</a:t>
            </a:r>
            <a:r>
              <a:rPr lang="es-ES" dirty="0"/>
              <a:t> </a:t>
            </a:r>
            <a:r>
              <a:rPr lang="es-ES" dirty="0" err="1"/>
              <a:t>commolor</a:t>
            </a:r>
            <a:r>
              <a:rPr lang="es-ES" dirty="0"/>
              <a:t> </a:t>
            </a:r>
            <a:r>
              <a:rPr lang="es-ES" dirty="0" err="1"/>
              <a:t>sapeles</a:t>
            </a:r>
            <a:r>
              <a:rPr lang="es-ES" dirty="0"/>
              <a:t> </a:t>
            </a:r>
            <a:r>
              <a:rPr lang="es-ES" dirty="0" err="1"/>
              <a:t>ecaborr</a:t>
            </a:r>
            <a:r>
              <a:rPr lang="es-ES" dirty="0"/>
              <a:t> </a:t>
            </a:r>
            <a:r>
              <a:rPr lang="es-ES" dirty="0" err="1"/>
              <a:t>ovitectur</a:t>
            </a:r>
            <a:r>
              <a:rPr lang="es-ES" dirty="0"/>
              <a:t> </a:t>
            </a:r>
            <a:r>
              <a:rPr lang="es-ES" dirty="0" err="1"/>
              <a:t>simaxim</a:t>
            </a:r>
            <a:r>
              <a:rPr lang="es-ES" dirty="0"/>
              <a:t> </a:t>
            </a:r>
            <a:r>
              <a:rPr lang="es-ES" dirty="0" err="1"/>
              <a:t>olorecum</a:t>
            </a:r>
            <a:r>
              <a:rPr lang="es-ES" dirty="0"/>
              <a:t> si sunt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pliquid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estotam</a:t>
            </a:r>
            <a:r>
              <a:rPr lang="es-ES" dirty="0"/>
              <a:t> </a:t>
            </a:r>
            <a:r>
              <a:rPr lang="es-ES" dirty="0" err="1"/>
              <a:t>nateculparum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5297B4D-4C5F-0365-BCAE-893249385F4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8813" y="6385912"/>
            <a:ext cx="2511106" cy="152048"/>
          </a:xfrm>
        </p:spPr>
        <p:txBody>
          <a:bodyPr/>
          <a:lstStyle/>
          <a:p>
            <a:r>
              <a:rPr lang="es-ES" dirty="0"/>
              <a:t>Título del documento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E17B3FAA-C656-5978-6F80-DD1581AAB11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550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Marcador de posición de imagen 11">
            <a:extLst>
              <a:ext uri="{FF2B5EF4-FFF2-40B4-BE49-F238E27FC236}">
                <a16:creationId xmlns:a16="http://schemas.microsoft.com/office/drawing/2014/main" id="{E0AFC820-1C02-0E95-082A-9B75FF27DD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32" t="47029" r="13961" b="4999"/>
          <a:stretch/>
        </p:blipFill>
        <p:spPr>
          <a:xfrm>
            <a:off x="7610475" y="3722688"/>
            <a:ext cx="4581525" cy="3135312"/>
          </a:xfrm>
          <a:prstGeom prst="rect">
            <a:avLst/>
          </a:prstGeom>
        </p:spPr>
      </p:pic>
      <p:pic>
        <p:nvPicPr>
          <p:cNvPr id="15" name="Marcador de posición de imagen 3">
            <a:extLst>
              <a:ext uri="{FF2B5EF4-FFF2-40B4-BE49-F238E27FC236}">
                <a16:creationId xmlns:a16="http://schemas.microsoft.com/office/drawing/2014/main" id="{23687AB9-4FB6-4ED0-84B7-FB5B58D391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50" t="2235" r="13002" b="4"/>
          <a:stretch/>
        </p:blipFill>
        <p:spPr>
          <a:xfrm>
            <a:off x="3923761" y="-1"/>
            <a:ext cx="3696239" cy="37429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2BAAD55-AD5D-6721-DBBD-56073211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Título de la </a:t>
            </a:r>
            <a:r>
              <a:rPr lang="es-ES" dirty="0" err="1"/>
              <a:t>slide</a:t>
            </a:r>
            <a:r>
              <a:rPr lang="es-ES" dirty="0"/>
              <a:t> hit qui cum </a:t>
            </a:r>
            <a:r>
              <a:rPr lang="es-ES" dirty="0" err="1"/>
              <a:t>aliquia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5843F4-4B88-055B-9011-B5240F41C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01 | Título capítulo</a:t>
            </a:r>
          </a:p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4BA24E-0349-3981-84F1-9F5DE2F2FB7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ES" dirty="0"/>
              <a:t>Título párrafo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5DC528E-AB78-432D-F186-D8BD3D0F56A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C4D9390-8D4D-39CF-4518-06207FAED4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dirty="0"/>
              <a:t>Título de documento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5B18CE4-F393-91F6-1960-D092408C86F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ES" dirty="0"/>
              <a:t>Título párrafo </a:t>
            </a:r>
          </a:p>
          <a:p>
            <a:endParaRPr lang="es-ES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A336AED-C0BE-43DF-D556-405BF9F7D4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ES" dirty="0"/>
              <a:t>Párrafo </a:t>
            </a:r>
            <a:r>
              <a:rPr lang="es-ES" dirty="0" err="1"/>
              <a:t>adit</a:t>
            </a:r>
            <a:r>
              <a:rPr lang="es-ES" dirty="0"/>
              <a:t> </a:t>
            </a:r>
            <a:r>
              <a:rPr lang="es-ES" dirty="0" err="1"/>
              <a:t>odipsae</a:t>
            </a:r>
            <a:r>
              <a:rPr lang="es-ES" dirty="0"/>
              <a:t> </a:t>
            </a:r>
            <a:r>
              <a:rPr lang="es-ES" dirty="0" err="1"/>
              <a:t>stiumquisin</a:t>
            </a:r>
            <a:r>
              <a:rPr lang="es-ES" dirty="0"/>
              <a:t> </a:t>
            </a:r>
            <a:r>
              <a:rPr lang="es-ES" dirty="0" err="1"/>
              <a:t>perem</a:t>
            </a:r>
            <a:r>
              <a:rPr lang="es-ES" dirty="0"/>
              <a:t> </a:t>
            </a:r>
            <a:r>
              <a:rPr lang="es-ES" dirty="0" err="1"/>
              <a:t>maiorae</a:t>
            </a:r>
            <a:r>
              <a:rPr lang="es-ES" dirty="0"/>
              <a:t> </a:t>
            </a:r>
            <a:r>
              <a:rPr lang="es-ES" dirty="0" err="1"/>
              <a:t>oditiaOtatem</a:t>
            </a:r>
            <a:r>
              <a:rPr lang="es-ES" dirty="0"/>
              <a:t> ut </a:t>
            </a:r>
            <a:r>
              <a:rPr lang="es-ES" dirty="0" err="1"/>
              <a:t>explam</a:t>
            </a:r>
            <a:r>
              <a:rPr lang="es-ES" dirty="0"/>
              <a:t> </a:t>
            </a:r>
            <a:r>
              <a:rPr lang="es-ES" dirty="0" err="1"/>
              <a:t>volupta</a:t>
            </a:r>
            <a:r>
              <a:rPr lang="es-ES" dirty="0"/>
              <a:t> </a:t>
            </a:r>
            <a:r>
              <a:rPr lang="es-ES" dirty="0" err="1"/>
              <a:t>tusdam</a:t>
            </a:r>
            <a:r>
              <a:rPr lang="es-ES" dirty="0"/>
              <a:t> </a:t>
            </a:r>
            <a:r>
              <a:rPr lang="es-ES" dirty="0" err="1"/>
              <a:t>fugia</a:t>
            </a:r>
            <a:r>
              <a:rPr lang="es-ES" dirty="0"/>
              <a:t> non </a:t>
            </a:r>
            <a:r>
              <a:rPr lang="es-ES" dirty="0" err="1"/>
              <a:t>pore</a:t>
            </a:r>
            <a:r>
              <a:rPr lang="es-ES" dirty="0"/>
              <a:t> </a:t>
            </a:r>
            <a:r>
              <a:rPr lang="es-ES" dirty="0" err="1"/>
              <a:t>lantorat</a:t>
            </a:r>
            <a:r>
              <a:rPr lang="es-ES" dirty="0"/>
              <a:t> </a:t>
            </a:r>
            <a:r>
              <a:rPr lang="es-ES" dirty="0" err="1"/>
              <a:t>ulparum</a:t>
            </a:r>
            <a:r>
              <a:rPr lang="es-ES" dirty="0"/>
              <a:t> </a:t>
            </a:r>
            <a:r>
              <a:rPr lang="es-ES" dirty="0" err="1"/>
              <a:t>expellabo</a:t>
            </a:r>
            <a:r>
              <a:rPr lang="es-ES" dirty="0"/>
              <a:t>. </a:t>
            </a:r>
            <a:r>
              <a:rPr lang="es-ES" dirty="0" err="1"/>
              <a:t>Pelenistia</a:t>
            </a:r>
            <a:r>
              <a:rPr lang="es-ES" dirty="0"/>
              <a:t> </a:t>
            </a:r>
            <a:r>
              <a:rPr lang="es-ES" dirty="0" err="1"/>
              <a:t>dolupta</a:t>
            </a:r>
            <a:r>
              <a:rPr lang="es-ES" dirty="0"/>
              <a:t> </a:t>
            </a:r>
            <a:r>
              <a:rPr lang="es-ES" dirty="0" err="1"/>
              <a:t>tiuntis</a:t>
            </a:r>
            <a:r>
              <a:rPr lang="es-ES" dirty="0"/>
              <a:t> et </a:t>
            </a:r>
            <a:r>
              <a:rPr lang="es-ES" dirty="0" err="1"/>
              <a:t>vit</a:t>
            </a:r>
            <a:r>
              <a:rPr lang="es-ES" dirty="0"/>
              <a:t> </a:t>
            </a:r>
            <a:r>
              <a:rPr lang="es-ES" dirty="0" err="1"/>
              <a:t>hariae</a:t>
            </a:r>
            <a:r>
              <a:rPr lang="es-ES" dirty="0"/>
              <a:t> </a:t>
            </a:r>
            <a:r>
              <a:rPr lang="es-ES" dirty="0" err="1"/>
              <a:t>nonsed</a:t>
            </a:r>
            <a:r>
              <a:rPr lang="es-ES" dirty="0"/>
              <a:t> et </a:t>
            </a:r>
            <a:r>
              <a:rPr lang="es-ES" dirty="0" err="1"/>
              <a:t>lautem</a:t>
            </a:r>
            <a:r>
              <a:rPr lang="es-ES" dirty="0"/>
              <a:t> </a:t>
            </a:r>
            <a:r>
              <a:rPr lang="es-ES" dirty="0" err="1"/>
              <a:t>conserum</a:t>
            </a:r>
            <a:r>
              <a:rPr lang="es-ES" dirty="0"/>
              <a:t> </a:t>
            </a:r>
            <a:r>
              <a:rPr lang="es-ES" dirty="0" err="1"/>
              <a:t>excerum</a:t>
            </a:r>
            <a:r>
              <a:rPr lang="es-ES" dirty="0"/>
              <a:t> </a:t>
            </a:r>
            <a:r>
              <a:rPr lang="es-ES" dirty="0" err="1"/>
              <a:t>sitibus</a:t>
            </a:r>
            <a:r>
              <a:rPr lang="es-ES" dirty="0"/>
              <a:t> ni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auda</a:t>
            </a:r>
            <a:r>
              <a:rPr lang="es-ES" dirty="0"/>
              <a:t> </a:t>
            </a:r>
            <a:r>
              <a:rPr lang="es-ES" dirty="0" err="1"/>
              <a:t>natis</a:t>
            </a:r>
            <a:r>
              <a:rPr lang="es-ES" dirty="0"/>
              <a:t> </a:t>
            </a:r>
            <a:r>
              <a:rPr lang="es-ES" dirty="0" err="1"/>
              <a:t>acest</a:t>
            </a:r>
            <a:r>
              <a:rPr lang="es-ES" dirty="0"/>
              <a:t>, </a:t>
            </a:r>
            <a:r>
              <a:rPr lang="es-ES" dirty="0" err="1"/>
              <a:t>soluptatio</a:t>
            </a:r>
            <a:r>
              <a:rPr lang="es-ES" dirty="0"/>
              <a:t> </a:t>
            </a:r>
            <a:r>
              <a:rPr lang="es-ES" dirty="0" err="1"/>
              <a:t>eossequibus</a:t>
            </a:r>
            <a:r>
              <a:rPr lang="es-ES" dirty="0"/>
              <a:t> </a:t>
            </a:r>
            <a:r>
              <a:rPr lang="es-ES" dirty="0" err="1"/>
              <a:t>molupti</a:t>
            </a:r>
            <a:r>
              <a:rPr lang="es-ES" dirty="0"/>
              <a:t> </a:t>
            </a:r>
            <a:r>
              <a:rPr lang="es-ES" dirty="0" err="1"/>
              <a:t>aturerunt</a:t>
            </a:r>
            <a:r>
              <a:rPr lang="es-ES" dirty="0"/>
              <a:t> </a:t>
            </a:r>
            <a:r>
              <a:rPr lang="es-ES" dirty="0" err="1"/>
              <a:t>estrum</a:t>
            </a:r>
            <a:r>
              <a:rPr lang="es-ES" dirty="0"/>
              <a:t> </a:t>
            </a:r>
            <a:r>
              <a:rPr lang="es-ES" dirty="0" err="1"/>
              <a:t>quat</a:t>
            </a:r>
            <a:endParaRPr lang="es-ES" dirty="0"/>
          </a:p>
          <a:p>
            <a:endParaRPr lang="es-E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4C137727-0656-CA23-E36E-0FB3007217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8814" y="2808412"/>
            <a:ext cx="2684462" cy="499914"/>
          </a:xfrm>
        </p:spPr>
        <p:txBody>
          <a:bodyPr/>
          <a:lstStyle/>
          <a:p>
            <a:r>
              <a:rPr lang="es-ES" dirty="0"/>
              <a:t>98%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921B57C-2AD6-E183-E564-31A0B7FA130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8813" y="3332286"/>
            <a:ext cx="2713037" cy="309414"/>
          </a:xfrm>
        </p:spPr>
        <p:txBody>
          <a:bodyPr/>
          <a:lstStyle/>
          <a:p>
            <a:r>
              <a:rPr lang="es-ES" b="0" dirty="0"/>
              <a:t>de los recién graduados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8873ACAF-0267-B5B2-079B-BDABC681F1F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8814" y="3941912"/>
            <a:ext cx="2684462" cy="499914"/>
          </a:xfrm>
        </p:spPr>
        <p:txBody>
          <a:bodyPr/>
          <a:lstStyle/>
          <a:p>
            <a:r>
              <a:rPr lang="es-ES" dirty="0"/>
              <a:t>+10.000</a:t>
            </a:r>
          </a:p>
          <a:p>
            <a:endParaRPr lang="es-ES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0D61795F-C852-6462-1E2A-1ADBAA6F5BF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3" y="4465786"/>
            <a:ext cx="2713037" cy="309414"/>
          </a:xfrm>
        </p:spPr>
        <p:txBody>
          <a:bodyPr/>
          <a:lstStyle/>
          <a:p>
            <a:r>
              <a:rPr lang="es-ES" b="0" dirty="0"/>
              <a:t>antiguos alumnos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EEE707B-9230-6E39-B4A7-12A8348558BD}"/>
              </a:ext>
            </a:extLst>
          </p:cNvPr>
          <p:cNvCxnSpPr>
            <a:cxnSpLocks/>
          </p:cNvCxnSpPr>
          <p:nvPr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Holder 6">
            <a:extLst>
              <a:ext uri="{FF2B5EF4-FFF2-40B4-BE49-F238E27FC236}">
                <a16:creationId xmlns:a16="http://schemas.microsoft.com/office/drawing/2014/main" id="{B672A885-9E49-59CF-1E0F-F8865503F98F}"/>
              </a:ext>
            </a:extLst>
          </p:cNvPr>
          <p:cNvSpPr txBox="1">
            <a:spLocks/>
          </p:cNvSpPr>
          <p:nvPr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 dirty="0">
                <a:solidFill>
                  <a:schemeClr val="bg1"/>
                </a:solidFill>
              </a:rPr>
              <a:t>Pág. </a:t>
            </a:r>
            <a:fld id="{81D60167-4931-47E6-BA6A-407CBD079E47}" type="slidenum">
              <a:rPr sz="900" smtClean="0">
                <a:solidFill>
                  <a:schemeClr val="bg1"/>
                </a:solidFill>
              </a:rPr>
              <a:pPr marL="92075">
                <a:spcBef>
                  <a:spcPts val="155"/>
                </a:spcBef>
              </a:pPr>
              <a:t>9</a:t>
            </a:fld>
            <a:endParaRPr sz="900" dirty="0">
              <a:solidFill>
                <a:schemeClr val="bg1"/>
              </a:solidFill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40E7821-030C-C1F6-FCD3-0995B5DF1B22}"/>
              </a:ext>
            </a:extLst>
          </p:cNvPr>
          <p:cNvCxnSpPr/>
          <p:nvPr/>
        </p:nvCxnSpPr>
        <p:spPr>
          <a:xfrm>
            <a:off x="658814" y="3784575"/>
            <a:ext cx="16748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57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66E3016-B3BA-2D5D-9724-9A35D1CFB2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dirty="0"/>
              <a:t>Título del documento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099A074-784C-1D20-C993-5F52179929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01 | Título capítulo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858090F-40AB-C222-F70F-C68C149B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6FC5D5A2-9D49-9825-558E-500626D9D6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3434270"/>
              </p:ext>
            </p:extLst>
          </p:nvPr>
        </p:nvGraphicFramePr>
        <p:xfrm>
          <a:off x="535902" y="1879600"/>
          <a:ext cx="11044237" cy="384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468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858090F-40AB-C222-F70F-C68C149B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4" y="1365250"/>
            <a:ext cx="10874374" cy="387350"/>
          </a:xfrm>
        </p:spPr>
        <p:txBody>
          <a:bodyPr/>
          <a:lstStyle/>
          <a:p>
            <a:r>
              <a:rPr lang="es-ES" dirty="0"/>
              <a:t>Título de la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1F10711-F28B-808F-B3F7-70F9ED512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01 | Título capítulo</a:t>
            </a:r>
          </a:p>
          <a:p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B16DC3B-8B36-8212-621C-D06ED2CF13E9}"/>
              </a:ext>
            </a:extLst>
          </p:cNvPr>
          <p:cNvSpPr/>
          <p:nvPr/>
        </p:nvSpPr>
        <p:spPr>
          <a:xfrm>
            <a:off x="1943100" y="2567940"/>
            <a:ext cx="1722120" cy="1722120"/>
          </a:xfrm>
          <a:prstGeom prst="ellipse">
            <a:avLst/>
          </a:prstGeom>
          <a:solidFill>
            <a:schemeClr val="accent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F776F8D-1A86-5FA4-191A-9471AB772AEB}"/>
              </a:ext>
            </a:extLst>
          </p:cNvPr>
          <p:cNvSpPr/>
          <p:nvPr/>
        </p:nvSpPr>
        <p:spPr>
          <a:xfrm>
            <a:off x="3238540" y="2438420"/>
            <a:ext cx="1981160" cy="1981160"/>
          </a:xfrm>
          <a:prstGeom prst="ellipse">
            <a:avLst/>
          </a:prstGeom>
          <a:solidFill>
            <a:schemeClr val="accent6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ADE71A3-C051-DBFA-714E-9E13650A8C5B}"/>
              </a:ext>
            </a:extLst>
          </p:cNvPr>
          <p:cNvSpPr/>
          <p:nvPr/>
        </p:nvSpPr>
        <p:spPr>
          <a:xfrm>
            <a:off x="4631933" y="1950740"/>
            <a:ext cx="2662788" cy="2662788"/>
          </a:xfrm>
          <a:prstGeom prst="ellipse">
            <a:avLst/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72688BED-DC58-77BE-3F5F-F85341D8B951}"/>
              </a:ext>
            </a:extLst>
          </p:cNvPr>
          <p:cNvSpPr/>
          <p:nvPr/>
        </p:nvSpPr>
        <p:spPr>
          <a:xfrm>
            <a:off x="6804248" y="2278380"/>
            <a:ext cx="2141200" cy="2141200"/>
          </a:xfrm>
          <a:prstGeom prst="ellipse">
            <a:avLst/>
          </a:prstGeom>
          <a:solidFill>
            <a:schemeClr val="accent4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11D208E-092E-5CC8-4227-5795C69249D7}"/>
              </a:ext>
            </a:extLst>
          </p:cNvPr>
          <p:cNvSpPr/>
          <p:nvPr/>
        </p:nvSpPr>
        <p:spPr>
          <a:xfrm>
            <a:off x="8533224" y="2715942"/>
            <a:ext cx="1426116" cy="1426116"/>
          </a:xfrm>
          <a:prstGeom prst="ellipse">
            <a:avLst/>
          </a:prstGeom>
          <a:solidFill>
            <a:schemeClr val="accent3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Marcador de texto 14">
            <a:extLst>
              <a:ext uri="{FF2B5EF4-FFF2-40B4-BE49-F238E27FC236}">
                <a16:creationId xmlns:a16="http://schemas.microsoft.com/office/drawing/2014/main" id="{DBE7279F-F2FC-A8B9-F29B-896C1696626E}"/>
              </a:ext>
            </a:extLst>
          </p:cNvPr>
          <p:cNvSpPr txBox="1">
            <a:spLocks/>
          </p:cNvSpPr>
          <p:nvPr/>
        </p:nvSpPr>
        <p:spPr>
          <a:xfrm>
            <a:off x="2219167" y="4856514"/>
            <a:ext cx="1301273" cy="12166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1" dirty="0" err="1"/>
              <a:t>Lorem</a:t>
            </a:r>
            <a:r>
              <a:rPr lang="es-ES" sz="1100" b="1" dirty="0"/>
              <a:t> </a:t>
            </a:r>
            <a:r>
              <a:rPr lang="es-ES" sz="1100" b="1" dirty="0" err="1"/>
              <a:t>impum</a:t>
            </a:r>
            <a:endParaRPr lang="es-ES" sz="1100" b="1" dirty="0"/>
          </a:p>
          <a:p>
            <a:pPr>
              <a:spcBef>
                <a:spcPts val="0"/>
              </a:spcBef>
            </a:pPr>
            <a:r>
              <a:rPr lang="es-ES" sz="1000" dirty="0" err="1"/>
              <a:t>Pelenistia</a:t>
            </a:r>
            <a:r>
              <a:rPr lang="es-ES" sz="1000" dirty="0"/>
              <a:t> </a:t>
            </a:r>
            <a:r>
              <a:rPr lang="es-ES" sz="1000" dirty="0" err="1"/>
              <a:t>dolupta</a:t>
            </a:r>
            <a:r>
              <a:rPr lang="es-ES" sz="1000" dirty="0"/>
              <a:t> </a:t>
            </a:r>
            <a:r>
              <a:rPr lang="es-ES" sz="1000" dirty="0" err="1"/>
              <a:t>tiuntis</a:t>
            </a:r>
            <a:r>
              <a:rPr lang="es-ES" sz="1000" dirty="0"/>
              <a:t> et </a:t>
            </a:r>
            <a:r>
              <a:rPr lang="es-ES" sz="1000" dirty="0" err="1"/>
              <a:t>vit</a:t>
            </a:r>
            <a:r>
              <a:rPr lang="es-ES" sz="1000" dirty="0"/>
              <a:t> </a:t>
            </a:r>
            <a:r>
              <a:rPr lang="es-ES" sz="1000" dirty="0" err="1"/>
              <a:t>hariae</a:t>
            </a:r>
            <a:r>
              <a:rPr lang="es-ES" sz="1000" dirty="0"/>
              <a:t> </a:t>
            </a:r>
            <a:r>
              <a:rPr lang="es-ES" sz="1000" dirty="0" err="1"/>
              <a:t>nonsed</a:t>
            </a:r>
            <a:r>
              <a:rPr lang="es-ES" sz="1000" dirty="0"/>
              <a:t> et </a:t>
            </a:r>
            <a:r>
              <a:rPr lang="es-ES" sz="1000" dirty="0" err="1"/>
              <a:t>lautem</a:t>
            </a:r>
            <a:r>
              <a:rPr lang="es-ES" sz="1000" dirty="0"/>
              <a:t> </a:t>
            </a:r>
            <a:r>
              <a:rPr lang="es-ES" sz="1000" dirty="0" err="1"/>
              <a:t>conserum</a:t>
            </a:r>
            <a:r>
              <a:rPr lang="es-ES" sz="1000" dirty="0"/>
              <a:t> </a:t>
            </a:r>
            <a:r>
              <a:rPr lang="es-ES" sz="1000" dirty="0" err="1"/>
              <a:t>excerum</a:t>
            </a:r>
            <a:r>
              <a:rPr lang="es-ES" sz="1000" dirty="0"/>
              <a:t> </a:t>
            </a:r>
            <a:r>
              <a:rPr lang="es-ES" sz="1000" dirty="0" err="1"/>
              <a:t>sitibus</a:t>
            </a:r>
            <a:endParaRPr lang="es-ES" sz="1000" dirty="0"/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D6BF5819-B492-6011-14EA-7DF6947C6B87}"/>
              </a:ext>
            </a:extLst>
          </p:cNvPr>
          <p:cNvSpPr txBox="1">
            <a:spLocks/>
          </p:cNvSpPr>
          <p:nvPr/>
        </p:nvSpPr>
        <p:spPr>
          <a:xfrm>
            <a:off x="3845225" y="4856514"/>
            <a:ext cx="1301273" cy="12166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1" dirty="0" err="1"/>
              <a:t>Lorem</a:t>
            </a:r>
            <a:r>
              <a:rPr lang="es-ES" sz="1100" b="1" dirty="0"/>
              <a:t> </a:t>
            </a:r>
            <a:r>
              <a:rPr lang="es-ES" sz="1100" b="1" dirty="0" err="1"/>
              <a:t>impum</a:t>
            </a:r>
            <a:endParaRPr lang="es-ES" sz="1100" b="1" dirty="0"/>
          </a:p>
          <a:p>
            <a:pPr>
              <a:spcBef>
                <a:spcPts val="0"/>
              </a:spcBef>
            </a:pPr>
            <a:r>
              <a:rPr lang="es-ES" sz="1000" dirty="0" err="1"/>
              <a:t>Pelenistia</a:t>
            </a:r>
            <a:r>
              <a:rPr lang="es-ES" sz="1000" dirty="0"/>
              <a:t> </a:t>
            </a:r>
            <a:r>
              <a:rPr lang="es-ES" sz="1000" dirty="0" err="1"/>
              <a:t>dolupta</a:t>
            </a:r>
            <a:r>
              <a:rPr lang="es-ES" sz="1000" dirty="0"/>
              <a:t> </a:t>
            </a:r>
            <a:r>
              <a:rPr lang="es-ES" sz="1000" dirty="0" err="1"/>
              <a:t>tiuntis</a:t>
            </a:r>
            <a:r>
              <a:rPr lang="es-ES" sz="1000" dirty="0"/>
              <a:t> et </a:t>
            </a:r>
            <a:r>
              <a:rPr lang="es-ES" sz="1000" dirty="0" err="1"/>
              <a:t>vit</a:t>
            </a:r>
            <a:r>
              <a:rPr lang="es-ES" sz="1000" dirty="0"/>
              <a:t> </a:t>
            </a:r>
            <a:r>
              <a:rPr lang="es-ES" sz="1000" dirty="0" err="1"/>
              <a:t>hariae</a:t>
            </a:r>
            <a:r>
              <a:rPr lang="es-ES" sz="1000" dirty="0"/>
              <a:t> </a:t>
            </a:r>
            <a:r>
              <a:rPr lang="es-ES" sz="1000" dirty="0" err="1"/>
              <a:t>nonsed</a:t>
            </a:r>
            <a:r>
              <a:rPr lang="es-ES" sz="1000" dirty="0"/>
              <a:t> et </a:t>
            </a:r>
            <a:r>
              <a:rPr lang="es-ES" sz="1000" dirty="0" err="1"/>
              <a:t>lautem</a:t>
            </a:r>
            <a:r>
              <a:rPr lang="es-ES" sz="1000" dirty="0"/>
              <a:t> </a:t>
            </a:r>
            <a:r>
              <a:rPr lang="es-ES" sz="1000" dirty="0" err="1"/>
              <a:t>conserum</a:t>
            </a:r>
            <a:r>
              <a:rPr lang="es-ES" sz="1000" dirty="0"/>
              <a:t> </a:t>
            </a:r>
            <a:r>
              <a:rPr lang="es-ES" sz="1000" dirty="0" err="1"/>
              <a:t>excerum</a:t>
            </a:r>
            <a:r>
              <a:rPr lang="es-ES" sz="1000" dirty="0"/>
              <a:t> </a:t>
            </a:r>
            <a:r>
              <a:rPr lang="es-ES" sz="1000" dirty="0" err="1"/>
              <a:t>sitibus</a:t>
            </a:r>
            <a:endParaRPr lang="es-ES" sz="1000" dirty="0"/>
          </a:p>
        </p:txBody>
      </p:sp>
      <p:sp>
        <p:nvSpPr>
          <p:cNvPr id="27" name="Marcador de texto 14">
            <a:extLst>
              <a:ext uri="{FF2B5EF4-FFF2-40B4-BE49-F238E27FC236}">
                <a16:creationId xmlns:a16="http://schemas.microsoft.com/office/drawing/2014/main" id="{A59D60BA-49C7-0A9A-1612-AF66E53BDDAC}"/>
              </a:ext>
            </a:extLst>
          </p:cNvPr>
          <p:cNvSpPr txBox="1">
            <a:spLocks/>
          </p:cNvSpPr>
          <p:nvPr/>
        </p:nvSpPr>
        <p:spPr>
          <a:xfrm>
            <a:off x="5471283" y="4856514"/>
            <a:ext cx="1301273" cy="12166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1" dirty="0" err="1"/>
              <a:t>Lorem</a:t>
            </a:r>
            <a:r>
              <a:rPr lang="es-ES" sz="1100" b="1" dirty="0"/>
              <a:t> </a:t>
            </a:r>
            <a:r>
              <a:rPr lang="es-ES" sz="1100" b="1" dirty="0" err="1"/>
              <a:t>impum</a:t>
            </a:r>
            <a:endParaRPr lang="es-ES" sz="1100" b="1" dirty="0"/>
          </a:p>
          <a:p>
            <a:pPr>
              <a:spcBef>
                <a:spcPts val="0"/>
              </a:spcBef>
            </a:pPr>
            <a:r>
              <a:rPr lang="es-ES" sz="1000" dirty="0" err="1"/>
              <a:t>Pelenistia</a:t>
            </a:r>
            <a:r>
              <a:rPr lang="es-ES" sz="1000" dirty="0"/>
              <a:t> </a:t>
            </a:r>
            <a:r>
              <a:rPr lang="es-ES" sz="1000" dirty="0" err="1"/>
              <a:t>dolupta</a:t>
            </a:r>
            <a:r>
              <a:rPr lang="es-ES" sz="1000" dirty="0"/>
              <a:t> </a:t>
            </a:r>
            <a:r>
              <a:rPr lang="es-ES" sz="1000" dirty="0" err="1"/>
              <a:t>tiuntis</a:t>
            </a:r>
            <a:r>
              <a:rPr lang="es-ES" sz="1000" dirty="0"/>
              <a:t> et </a:t>
            </a:r>
            <a:r>
              <a:rPr lang="es-ES" sz="1000" dirty="0" err="1"/>
              <a:t>vit</a:t>
            </a:r>
            <a:r>
              <a:rPr lang="es-ES" sz="1000" dirty="0"/>
              <a:t> </a:t>
            </a:r>
            <a:r>
              <a:rPr lang="es-ES" sz="1000" dirty="0" err="1"/>
              <a:t>hariae</a:t>
            </a:r>
            <a:r>
              <a:rPr lang="es-ES" sz="1000" dirty="0"/>
              <a:t> </a:t>
            </a:r>
            <a:r>
              <a:rPr lang="es-ES" sz="1000" dirty="0" err="1"/>
              <a:t>nonsed</a:t>
            </a:r>
            <a:r>
              <a:rPr lang="es-ES" sz="1000" dirty="0"/>
              <a:t> et </a:t>
            </a:r>
            <a:r>
              <a:rPr lang="es-ES" sz="1000" dirty="0" err="1"/>
              <a:t>lautem</a:t>
            </a:r>
            <a:r>
              <a:rPr lang="es-ES" sz="1000" dirty="0"/>
              <a:t> </a:t>
            </a:r>
            <a:r>
              <a:rPr lang="es-ES" sz="1000" dirty="0" err="1"/>
              <a:t>conserum</a:t>
            </a:r>
            <a:r>
              <a:rPr lang="es-ES" sz="1000" dirty="0"/>
              <a:t> </a:t>
            </a:r>
            <a:r>
              <a:rPr lang="es-ES" sz="1000" dirty="0" err="1"/>
              <a:t>excerum</a:t>
            </a:r>
            <a:r>
              <a:rPr lang="es-ES" sz="1000" dirty="0"/>
              <a:t> </a:t>
            </a:r>
            <a:r>
              <a:rPr lang="es-ES" sz="1000" dirty="0" err="1"/>
              <a:t>sitibus</a:t>
            </a:r>
            <a:endParaRPr lang="es-ES" sz="1000" dirty="0"/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A63CE842-0F31-ED54-5413-EED0DB0B2628}"/>
              </a:ext>
            </a:extLst>
          </p:cNvPr>
          <p:cNvSpPr txBox="1">
            <a:spLocks/>
          </p:cNvSpPr>
          <p:nvPr/>
        </p:nvSpPr>
        <p:spPr>
          <a:xfrm>
            <a:off x="7097341" y="4856514"/>
            <a:ext cx="1301273" cy="12166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1" dirty="0" err="1"/>
              <a:t>Lorem</a:t>
            </a:r>
            <a:r>
              <a:rPr lang="es-ES" sz="1100" b="1" dirty="0"/>
              <a:t> </a:t>
            </a:r>
            <a:r>
              <a:rPr lang="es-ES" sz="1100" b="1" dirty="0" err="1"/>
              <a:t>impum</a:t>
            </a:r>
            <a:endParaRPr lang="es-ES" sz="1100" b="1" dirty="0"/>
          </a:p>
          <a:p>
            <a:pPr>
              <a:spcBef>
                <a:spcPts val="0"/>
              </a:spcBef>
            </a:pPr>
            <a:r>
              <a:rPr lang="es-ES" sz="1000" dirty="0" err="1"/>
              <a:t>Pelenistia</a:t>
            </a:r>
            <a:r>
              <a:rPr lang="es-ES" sz="1000" dirty="0"/>
              <a:t> </a:t>
            </a:r>
            <a:r>
              <a:rPr lang="es-ES" sz="1000" dirty="0" err="1"/>
              <a:t>dolupta</a:t>
            </a:r>
            <a:r>
              <a:rPr lang="es-ES" sz="1000" dirty="0"/>
              <a:t> </a:t>
            </a:r>
            <a:r>
              <a:rPr lang="es-ES" sz="1000" dirty="0" err="1"/>
              <a:t>tiuntis</a:t>
            </a:r>
            <a:r>
              <a:rPr lang="es-ES" sz="1000" dirty="0"/>
              <a:t> et </a:t>
            </a:r>
            <a:r>
              <a:rPr lang="es-ES" sz="1000" dirty="0" err="1"/>
              <a:t>vit</a:t>
            </a:r>
            <a:r>
              <a:rPr lang="es-ES" sz="1000" dirty="0"/>
              <a:t> </a:t>
            </a:r>
            <a:r>
              <a:rPr lang="es-ES" sz="1000" dirty="0" err="1"/>
              <a:t>hariae</a:t>
            </a:r>
            <a:r>
              <a:rPr lang="es-ES" sz="1000" dirty="0"/>
              <a:t> </a:t>
            </a:r>
            <a:r>
              <a:rPr lang="es-ES" sz="1000" dirty="0" err="1"/>
              <a:t>nonsed</a:t>
            </a:r>
            <a:r>
              <a:rPr lang="es-ES" sz="1000" dirty="0"/>
              <a:t> et </a:t>
            </a:r>
            <a:r>
              <a:rPr lang="es-ES" sz="1000" dirty="0" err="1"/>
              <a:t>lautem</a:t>
            </a:r>
            <a:r>
              <a:rPr lang="es-ES" sz="1000" dirty="0"/>
              <a:t> </a:t>
            </a:r>
            <a:r>
              <a:rPr lang="es-ES" sz="1000" dirty="0" err="1"/>
              <a:t>conserum</a:t>
            </a:r>
            <a:r>
              <a:rPr lang="es-ES" sz="1000" dirty="0"/>
              <a:t> </a:t>
            </a:r>
            <a:r>
              <a:rPr lang="es-ES" sz="1000" dirty="0" err="1"/>
              <a:t>excerum</a:t>
            </a:r>
            <a:r>
              <a:rPr lang="es-ES" sz="1000" dirty="0"/>
              <a:t> </a:t>
            </a:r>
            <a:r>
              <a:rPr lang="es-ES" sz="1000" dirty="0" err="1"/>
              <a:t>sitibus</a:t>
            </a:r>
            <a:endParaRPr lang="es-ES" sz="1000" dirty="0"/>
          </a:p>
        </p:txBody>
      </p:sp>
      <p:sp>
        <p:nvSpPr>
          <p:cNvPr id="29" name="Marcador de texto 14">
            <a:extLst>
              <a:ext uri="{FF2B5EF4-FFF2-40B4-BE49-F238E27FC236}">
                <a16:creationId xmlns:a16="http://schemas.microsoft.com/office/drawing/2014/main" id="{96F5DDAD-D767-9653-BC79-7C6FC1B535D3}"/>
              </a:ext>
            </a:extLst>
          </p:cNvPr>
          <p:cNvSpPr txBox="1">
            <a:spLocks/>
          </p:cNvSpPr>
          <p:nvPr/>
        </p:nvSpPr>
        <p:spPr>
          <a:xfrm>
            <a:off x="8723397" y="4856514"/>
            <a:ext cx="1301273" cy="12166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1" dirty="0" err="1"/>
              <a:t>Lorem</a:t>
            </a:r>
            <a:r>
              <a:rPr lang="es-ES" sz="1100" b="1" dirty="0"/>
              <a:t> </a:t>
            </a:r>
            <a:r>
              <a:rPr lang="es-ES" sz="1100" b="1" dirty="0" err="1"/>
              <a:t>impum</a:t>
            </a:r>
            <a:endParaRPr lang="es-ES" sz="1100" b="1" dirty="0"/>
          </a:p>
          <a:p>
            <a:pPr>
              <a:spcBef>
                <a:spcPts val="0"/>
              </a:spcBef>
            </a:pPr>
            <a:r>
              <a:rPr lang="es-ES" sz="1000" dirty="0" err="1"/>
              <a:t>Pelenistia</a:t>
            </a:r>
            <a:r>
              <a:rPr lang="es-ES" sz="1000" dirty="0"/>
              <a:t> </a:t>
            </a:r>
            <a:r>
              <a:rPr lang="es-ES" sz="1000" dirty="0" err="1"/>
              <a:t>dolupta</a:t>
            </a:r>
            <a:r>
              <a:rPr lang="es-ES" sz="1000" dirty="0"/>
              <a:t> </a:t>
            </a:r>
            <a:r>
              <a:rPr lang="es-ES" sz="1000" dirty="0" err="1"/>
              <a:t>tiuntis</a:t>
            </a:r>
            <a:r>
              <a:rPr lang="es-ES" sz="1000" dirty="0"/>
              <a:t> et </a:t>
            </a:r>
            <a:r>
              <a:rPr lang="es-ES" sz="1000" dirty="0" err="1"/>
              <a:t>vit</a:t>
            </a:r>
            <a:r>
              <a:rPr lang="es-ES" sz="1000" dirty="0"/>
              <a:t> </a:t>
            </a:r>
            <a:r>
              <a:rPr lang="es-ES" sz="1000" dirty="0" err="1"/>
              <a:t>hariae</a:t>
            </a:r>
            <a:r>
              <a:rPr lang="es-ES" sz="1000" dirty="0"/>
              <a:t> </a:t>
            </a:r>
            <a:r>
              <a:rPr lang="es-ES" sz="1000" dirty="0" err="1"/>
              <a:t>nonsed</a:t>
            </a:r>
            <a:r>
              <a:rPr lang="es-ES" sz="1000" dirty="0"/>
              <a:t> et </a:t>
            </a:r>
            <a:r>
              <a:rPr lang="es-ES" sz="1000" dirty="0" err="1"/>
              <a:t>lautem</a:t>
            </a:r>
            <a:r>
              <a:rPr lang="es-ES" sz="1000" dirty="0"/>
              <a:t> </a:t>
            </a:r>
            <a:r>
              <a:rPr lang="es-ES" sz="1000" dirty="0" err="1"/>
              <a:t>conserum</a:t>
            </a:r>
            <a:r>
              <a:rPr lang="es-ES" sz="1000" dirty="0"/>
              <a:t> </a:t>
            </a:r>
            <a:r>
              <a:rPr lang="es-ES" sz="1000" dirty="0" err="1"/>
              <a:t>excerum</a:t>
            </a:r>
            <a:r>
              <a:rPr lang="es-ES" sz="1000" dirty="0"/>
              <a:t> </a:t>
            </a:r>
            <a:r>
              <a:rPr lang="es-ES" sz="1000" dirty="0" err="1"/>
              <a:t>sitibus</a:t>
            </a:r>
            <a:endParaRPr lang="es-ES" sz="1000" dirty="0"/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F390D0BA-5FC9-4CB8-C965-2356F5190771}"/>
              </a:ext>
            </a:extLst>
          </p:cNvPr>
          <p:cNvSpPr txBox="1">
            <a:spLocks/>
          </p:cNvSpPr>
          <p:nvPr/>
        </p:nvSpPr>
        <p:spPr>
          <a:xfrm>
            <a:off x="1927861" y="3268256"/>
            <a:ext cx="1737360" cy="4350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solidFill>
                  <a:schemeClr val="bg1"/>
                </a:solidFill>
              </a:rPr>
              <a:t>24%</a:t>
            </a:r>
            <a:endParaRPr lang="es-ES" sz="1800" dirty="0">
              <a:solidFill>
                <a:schemeClr val="bg1"/>
              </a:solidFill>
            </a:endParaRP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9B538C80-1432-85B1-13FE-ABFCA4196C8B}"/>
              </a:ext>
            </a:extLst>
          </p:cNvPr>
          <p:cNvSpPr txBox="1">
            <a:spLocks/>
          </p:cNvSpPr>
          <p:nvPr/>
        </p:nvSpPr>
        <p:spPr>
          <a:xfrm>
            <a:off x="3215680" y="3268256"/>
            <a:ext cx="2026880" cy="4350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solidFill>
                  <a:schemeClr val="bg1"/>
                </a:solidFill>
              </a:rPr>
              <a:t>27%</a:t>
            </a:r>
            <a:endParaRPr lang="es-ES" sz="1800" dirty="0">
              <a:solidFill>
                <a:schemeClr val="bg1"/>
              </a:solidFill>
            </a:endParaRPr>
          </a:p>
        </p:txBody>
      </p:sp>
      <p:sp>
        <p:nvSpPr>
          <p:cNvPr id="32" name="Marcador de texto 14">
            <a:extLst>
              <a:ext uri="{FF2B5EF4-FFF2-40B4-BE49-F238E27FC236}">
                <a16:creationId xmlns:a16="http://schemas.microsoft.com/office/drawing/2014/main" id="{9F703A30-9A9E-5D02-9379-293E5249637D}"/>
              </a:ext>
            </a:extLst>
          </p:cNvPr>
          <p:cNvSpPr txBox="1">
            <a:spLocks/>
          </p:cNvSpPr>
          <p:nvPr/>
        </p:nvSpPr>
        <p:spPr>
          <a:xfrm>
            <a:off x="4583832" y="3268256"/>
            <a:ext cx="2708508" cy="4350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solidFill>
                  <a:schemeClr val="bg1"/>
                </a:solidFill>
              </a:rPr>
              <a:t>75%</a:t>
            </a:r>
            <a:endParaRPr lang="es-ES" sz="1800" dirty="0">
              <a:solidFill>
                <a:schemeClr val="bg1"/>
              </a:solidFill>
            </a:endParaRPr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D52CC6FA-1919-8CE9-E5BA-EC4ABA34AAE7}"/>
              </a:ext>
            </a:extLst>
          </p:cNvPr>
          <p:cNvSpPr txBox="1">
            <a:spLocks/>
          </p:cNvSpPr>
          <p:nvPr/>
        </p:nvSpPr>
        <p:spPr>
          <a:xfrm>
            <a:off x="6816080" y="3268256"/>
            <a:ext cx="2122180" cy="4350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solidFill>
                  <a:schemeClr val="bg1"/>
                </a:solidFill>
              </a:rPr>
              <a:t>32%</a:t>
            </a:r>
            <a:endParaRPr lang="es-ES" sz="1800" dirty="0">
              <a:solidFill>
                <a:schemeClr val="bg1"/>
              </a:solidFill>
            </a:endParaRPr>
          </a:p>
        </p:txBody>
      </p:sp>
      <p:sp>
        <p:nvSpPr>
          <p:cNvPr id="34" name="Marcador de texto 14">
            <a:extLst>
              <a:ext uri="{FF2B5EF4-FFF2-40B4-BE49-F238E27FC236}">
                <a16:creationId xmlns:a16="http://schemas.microsoft.com/office/drawing/2014/main" id="{479BB6FD-A67E-D6C6-6670-496994583D65}"/>
              </a:ext>
            </a:extLst>
          </p:cNvPr>
          <p:cNvSpPr txBox="1">
            <a:spLocks/>
          </p:cNvSpPr>
          <p:nvPr/>
        </p:nvSpPr>
        <p:spPr>
          <a:xfrm>
            <a:off x="8544272" y="3268256"/>
            <a:ext cx="1361728" cy="4350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solidFill>
                  <a:schemeClr val="bg1"/>
                </a:solidFill>
              </a:rPr>
              <a:t>15%</a:t>
            </a:r>
            <a:endParaRPr lang="es-ES" sz="1800" dirty="0">
              <a:solidFill>
                <a:schemeClr val="bg1"/>
              </a:solidFill>
            </a:endParaRP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86EA7DC-57F0-1723-76CB-F5B462B0CAE9}"/>
              </a:ext>
            </a:extLst>
          </p:cNvPr>
          <p:cNvCxnSpPr/>
          <p:nvPr/>
        </p:nvCxnSpPr>
        <p:spPr>
          <a:xfrm>
            <a:off x="9244853" y="4182035"/>
            <a:ext cx="0" cy="564777"/>
          </a:xfrm>
          <a:prstGeom prst="line">
            <a:avLst/>
          </a:prstGeom>
          <a:ln>
            <a:solidFill>
              <a:schemeClr val="accent3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8C8949BC-3354-CF58-5EE0-7E96641984F0}"/>
              </a:ext>
            </a:extLst>
          </p:cNvPr>
          <p:cNvCxnSpPr>
            <a:cxnSpLocks/>
          </p:cNvCxnSpPr>
          <p:nvPr/>
        </p:nvCxnSpPr>
        <p:spPr>
          <a:xfrm>
            <a:off x="7879531" y="4417779"/>
            <a:ext cx="0" cy="335196"/>
          </a:xfrm>
          <a:prstGeom prst="line">
            <a:avLst/>
          </a:prstGeom>
          <a:ln>
            <a:solidFill>
              <a:schemeClr val="accent4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909A1B57-B596-2409-9D9B-1E1DC63A9F19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5963327" y="4613528"/>
            <a:ext cx="0" cy="137066"/>
          </a:xfrm>
          <a:prstGeom prst="line">
            <a:avLst/>
          </a:prstGeom>
          <a:ln>
            <a:solidFill>
              <a:schemeClr val="accent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33D8942E-6362-2A8F-481E-5A4A10041BFC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4223792" y="4419580"/>
            <a:ext cx="5328" cy="333395"/>
          </a:xfrm>
          <a:prstGeom prst="line">
            <a:avLst/>
          </a:prstGeom>
          <a:ln>
            <a:solidFill>
              <a:schemeClr val="accent6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A4E3168-1F3D-0B2B-CE91-AD2B5AB51B2B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2804160" y="4290060"/>
            <a:ext cx="0" cy="462915"/>
          </a:xfrm>
          <a:prstGeom prst="line">
            <a:avLst/>
          </a:prstGeom>
          <a:ln>
            <a:solidFill>
              <a:schemeClr val="accent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538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AE9E1-A591-D55D-4DC6-5F20B815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Título de la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8FFEE3-A55D-CCCB-088A-3735A8DFE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01 | Título capítulo</a:t>
            </a:r>
          </a:p>
          <a:p>
            <a:endParaRPr lang="es-ES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718DBBF-8892-CA68-43C6-5E52A44E285C}"/>
              </a:ext>
            </a:extLst>
          </p:cNvPr>
          <p:cNvGrpSpPr/>
          <p:nvPr/>
        </p:nvGrpSpPr>
        <p:grpSpPr>
          <a:xfrm>
            <a:off x="10538819" y="1419368"/>
            <a:ext cx="1203965" cy="4817920"/>
            <a:chOff x="10538819" y="1419368"/>
            <a:chExt cx="1203965" cy="4817920"/>
          </a:xfrm>
        </p:grpSpPr>
        <p:graphicFrame>
          <p:nvGraphicFramePr>
            <p:cNvPr id="4" name="Gráfico 3">
              <a:extLst>
                <a:ext uri="{FF2B5EF4-FFF2-40B4-BE49-F238E27FC236}">
                  <a16:creationId xmlns:a16="http://schemas.microsoft.com/office/drawing/2014/main" id="{6E907E46-9C76-0B28-EBC3-1482BD5CEF9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30853328"/>
                </p:ext>
              </p:extLst>
            </p:nvPr>
          </p:nvGraphicFramePr>
          <p:xfrm>
            <a:off x="10538819" y="1419368"/>
            <a:ext cx="1190111" cy="1067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Gráfico 4">
              <a:extLst>
                <a:ext uri="{FF2B5EF4-FFF2-40B4-BE49-F238E27FC236}">
                  <a16:creationId xmlns:a16="http://schemas.microsoft.com/office/drawing/2014/main" id="{4B0BED4A-F7C0-C4F4-BBB7-0D8EFD620C2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41591735"/>
                </p:ext>
              </p:extLst>
            </p:nvPr>
          </p:nvGraphicFramePr>
          <p:xfrm>
            <a:off x="10552673" y="2625623"/>
            <a:ext cx="1190111" cy="1067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6" name="Gráfico 5">
              <a:extLst>
                <a:ext uri="{FF2B5EF4-FFF2-40B4-BE49-F238E27FC236}">
                  <a16:creationId xmlns:a16="http://schemas.microsoft.com/office/drawing/2014/main" id="{967A5665-30F7-D987-434B-3C806537706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90291569"/>
                </p:ext>
              </p:extLst>
            </p:nvPr>
          </p:nvGraphicFramePr>
          <p:xfrm>
            <a:off x="10550109" y="3877739"/>
            <a:ext cx="1190111" cy="1067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7" name="Gráfico 6">
              <a:extLst>
                <a:ext uri="{FF2B5EF4-FFF2-40B4-BE49-F238E27FC236}">
                  <a16:creationId xmlns:a16="http://schemas.microsoft.com/office/drawing/2014/main" id="{9B160554-1A34-9B27-2FAC-3D6C2263D2B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17750161"/>
                </p:ext>
              </p:extLst>
            </p:nvPr>
          </p:nvGraphicFramePr>
          <p:xfrm>
            <a:off x="10552673" y="5169664"/>
            <a:ext cx="1190111" cy="10676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8" name="Marcador de texto 22">
              <a:extLst>
                <a:ext uri="{FF2B5EF4-FFF2-40B4-BE49-F238E27FC236}">
                  <a16:creationId xmlns:a16="http://schemas.microsoft.com/office/drawing/2014/main" id="{A6F6E823-4BE2-8D5B-0730-99117230E1AA}"/>
                </a:ext>
              </a:extLst>
            </p:cNvPr>
            <p:cNvSpPr txBox="1">
              <a:spLocks/>
            </p:cNvSpPr>
            <p:nvPr/>
          </p:nvSpPr>
          <p:spPr>
            <a:xfrm>
              <a:off x="10616174" y="1866958"/>
              <a:ext cx="942966" cy="365655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s-ES" sz="2800" b="0" kern="1200" dirty="0">
                  <a:solidFill>
                    <a:schemeClr val="accent1"/>
                  </a:solidFill>
                  <a:latin typeface="+mn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000" dirty="0"/>
                <a:t>25%</a:t>
              </a:r>
            </a:p>
          </p:txBody>
        </p:sp>
        <p:sp>
          <p:nvSpPr>
            <p:cNvPr id="9" name="Marcador de texto 22">
              <a:extLst>
                <a:ext uri="{FF2B5EF4-FFF2-40B4-BE49-F238E27FC236}">
                  <a16:creationId xmlns:a16="http://schemas.microsoft.com/office/drawing/2014/main" id="{655F2601-CADE-2189-60DB-94B1A2AD4081}"/>
                </a:ext>
              </a:extLst>
            </p:cNvPr>
            <p:cNvSpPr txBox="1">
              <a:spLocks/>
            </p:cNvSpPr>
            <p:nvPr/>
          </p:nvSpPr>
          <p:spPr>
            <a:xfrm>
              <a:off x="10616174" y="3062035"/>
              <a:ext cx="942966" cy="399016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s-ES" sz="2800" b="0" kern="1200" dirty="0">
                  <a:solidFill>
                    <a:schemeClr val="accent1"/>
                  </a:solidFill>
                  <a:latin typeface="+mn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000" dirty="0">
                  <a:solidFill>
                    <a:schemeClr val="tx2"/>
                  </a:solidFill>
                </a:rPr>
                <a:t>50%</a:t>
              </a:r>
            </a:p>
          </p:txBody>
        </p:sp>
        <p:sp>
          <p:nvSpPr>
            <p:cNvPr id="10" name="Marcador de texto 22">
              <a:extLst>
                <a:ext uri="{FF2B5EF4-FFF2-40B4-BE49-F238E27FC236}">
                  <a16:creationId xmlns:a16="http://schemas.microsoft.com/office/drawing/2014/main" id="{9E0B9FC5-EBA2-A102-BD6D-D287BF364098}"/>
                </a:ext>
              </a:extLst>
            </p:cNvPr>
            <p:cNvSpPr txBox="1">
              <a:spLocks/>
            </p:cNvSpPr>
            <p:nvPr/>
          </p:nvSpPr>
          <p:spPr>
            <a:xfrm>
              <a:off x="10616174" y="4311373"/>
              <a:ext cx="942966" cy="387349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s-ES" sz="2800" b="0" kern="1200" dirty="0">
                  <a:solidFill>
                    <a:schemeClr val="accent1"/>
                  </a:solidFill>
                  <a:latin typeface="+mn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000" dirty="0">
                  <a:solidFill>
                    <a:schemeClr val="accent4"/>
                  </a:solidFill>
                </a:rPr>
                <a:t>75%</a:t>
              </a:r>
            </a:p>
          </p:txBody>
        </p:sp>
        <p:sp>
          <p:nvSpPr>
            <p:cNvPr id="11" name="Marcador de texto 22">
              <a:extLst>
                <a:ext uri="{FF2B5EF4-FFF2-40B4-BE49-F238E27FC236}">
                  <a16:creationId xmlns:a16="http://schemas.microsoft.com/office/drawing/2014/main" id="{2AB27AE4-4C99-1351-0CD6-7EC20BDAF811}"/>
                </a:ext>
              </a:extLst>
            </p:cNvPr>
            <p:cNvSpPr txBox="1">
              <a:spLocks/>
            </p:cNvSpPr>
            <p:nvPr/>
          </p:nvSpPr>
          <p:spPr>
            <a:xfrm>
              <a:off x="10616174" y="5585991"/>
              <a:ext cx="942966" cy="424295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s-ES" sz="2800" b="0" kern="1200" dirty="0">
                  <a:solidFill>
                    <a:schemeClr val="accent1"/>
                  </a:solidFill>
                  <a:latin typeface="+mn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2000" dirty="0">
                  <a:solidFill>
                    <a:schemeClr val="accent5"/>
                  </a:solidFill>
                </a:rPr>
                <a:t>100%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4435A92E-53B7-29FE-4315-2008F8C33A2D}"/>
              </a:ext>
            </a:extLst>
          </p:cNvPr>
          <p:cNvSpPr/>
          <p:nvPr/>
        </p:nvSpPr>
        <p:spPr>
          <a:xfrm>
            <a:off x="7681407" y="2099250"/>
            <a:ext cx="1912173" cy="191217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/>
          </a:p>
        </p:txBody>
      </p:sp>
      <p:graphicFrame>
        <p:nvGraphicFramePr>
          <p:cNvPr id="24" name="Gráfico 23">
            <a:extLst>
              <a:ext uri="{FF2B5EF4-FFF2-40B4-BE49-F238E27FC236}">
                <a16:creationId xmlns:a16="http://schemas.microsoft.com/office/drawing/2014/main" id="{1CBB46AA-46BA-E3D8-74DF-2D3B85FA63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0074219"/>
              </p:ext>
            </p:extLst>
          </p:nvPr>
        </p:nvGraphicFramePr>
        <p:xfrm>
          <a:off x="528573" y="2005190"/>
          <a:ext cx="27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id="{2D1424CF-1FFF-0473-1032-36EED464B7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7190013"/>
              </p:ext>
            </p:extLst>
          </p:nvPr>
        </p:nvGraphicFramePr>
        <p:xfrm>
          <a:off x="3600309" y="2038077"/>
          <a:ext cx="27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5E5760D9-C1E1-F397-36C8-9AA5717BEA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473252"/>
              </p:ext>
            </p:extLst>
          </p:nvPr>
        </p:nvGraphicFramePr>
        <p:xfrm>
          <a:off x="6555993" y="2026623"/>
          <a:ext cx="27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42">
            <a:extLst>
              <a:ext uri="{FF2B5EF4-FFF2-40B4-BE49-F238E27FC236}">
                <a16:creationId xmlns:a16="http://schemas.microsoft.com/office/drawing/2014/main" id="{DB68B139-4A25-0614-FC47-E6373DE2C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6779840"/>
              </p:ext>
            </p:extLst>
          </p:nvPr>
        </p:nvGraphicFramePr>
        <p:xfrm>
          <a:off x="508318" y="4437288"/>
          <a:ext cx="27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8" name="Gráfico 27">
            <a:extLst>
              <a:ext uri="{FF2B5EF4-FFF2-40B4-BE49-F238E27FC236}">
                <a16:creationId xmlns:a16="http://schemas.microsoft.com/office/drawing/2014/main" id="{E99AEECB-96FC-5D7E-8586-C7D3129698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454346"/>
              </p:ext>
            </p:extLst>
          </p:nvPr>
        </p:nvGraphicFramePr>
        <p:xfrm>
          <a:off x="6597650" y="4406808"/>
          <a:ext cx="277747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9" name="Chart 42">
            <a:extLst>
              <a:ext uri="{FF2B5EF4-FFF2-40B4-BE49-F238E27FC236}">
                <a16:creationId xmlns:a16="http://schemas.microsoft.com/office/drawing/2014/main" id="{80209018-7C65-DA11-B75D-98AE1CA9D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5121150"/>
              </p:ext>
            </p:extLst>
          </p:nvPr>
        </p:nvGraphicFramePr>
        <p:xfrm>
          <a:off x="3591719" y="4437288"/>
          <a:ext cx="27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4150551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612B0-3814-F4CA-38DD-4A6BBAFC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Título de la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7D5322-BC7D-6FD4-6359-1ED4A6EED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01 | Título capítulo</a:t>
            </a:r>
          </a:p>
          <a:p>
            <a:endParaRPr lang="es-ES" dirty="0"/>
          </a:p>
        </p:txBody>
      </p:sp>
      <p:graphicFrame>
        <p:nvGraphicFramePr>
          <p:cNvPr id="4" name="48 Tabla">
            <a:extLst>
              <a:ext uri="{FF2B5EF4-FFF2-40B4-BE49-F238E27FC236}">
                <a16:creationId xmlns:a16="http://schemas.microsoft.com/office/drawing/2014/main" id="{8CF11970-D09F-C910-A5BF-86CDC4E96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60403"/>
              </p:ext>
            </p:extLst>
          </p:nvPr>
        </p:nvGraphicFramePr>
        <p:xfrm>
          <a:off x="658813" y="1862582"/>
          <a:ext cx="10874378" cy="4317239"/>
        </p:xfrm>
        <a:graphic>
          <a:graphicData uri="http://schemas.openxmlformats.org/drawingml/2006/table">
            <a:tbl>
              <a:tblPr/>
              <a:tblGrid>
                <a:gridCol w="143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9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3824363845"/>
                    </a:ext>
                  </a:extLst>
                </a:gridCol>
                <a:gridCol w="1405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83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1000" b="1" kern="1200" dirty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752" marR="36001" marT="5358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kumimoji="0" lang="es-E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57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Título</a:t>
                      </a:r>
                      <a:endParaRPr lang="es-ES" sz="800" b="0" kern="1200" dirty="0">
                        <a:solidFill>
                          <a:schemeClr val="accent2"/>
                        </a:solidFill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060" marR="6060" marT="5645" marB="3353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9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34737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95467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78626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116969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73151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59129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 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1157"/>
                  </a:ext>
                </a:extLst>
              </a:tr>
              <a:tr h="345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 años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Lorem</a:t>
                      </a:r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9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impum</a:t>
                      </a:r>
                      <a:endParaRPr lang="es-ES" sz="9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r" defTabSz="914400" rtl="0" eaLnBrk="1" fontAlgn="b" latinLnBrk="0" hangingPunct="1"/>
                      <a:r>
                        <a:rPr lang="es-ES" sz="9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100.000</a:t>
                      </a:r>
                    </a:p>
                  </a:txBody>
                  <a:tcPr marL="5671" marR="5671" marT="33535" marB="3353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81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664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120547"/>
      </p:ext>
    </p:extLst>
  </p:cSld>
  <p:clrMapOvr>
    <a:masterClrMapping/>
  </p:clrMapOvr>
</p:sld>
</file>

<file path=ppt/theme/theme1.xml><?xml version="1.0" encoding="utf-8"?>
<a:theme xmlns:a="http://schemas.openxmlformats.org/drawingml/2006/main" name="CUNEF">
  <a:themeElements>
    <a:clrScheme name="CUNEF">
      <a:dk1>
        <a:sysClr val="windowText" lastClr="000000"/>
      </a:dk1>
      <a:lt1>
        <a:sysClr val="window" lastClr="FFFFFF"/>
      </a:lt1>
      <a:dk2>
        <a:srgbClr val="1A1F6C"/>
      </a:dk2>
      <a:lt2>
        <a:srgbClr val="FFFFFF"/>
      </a:lt2>
      <a:accent1>
        <a:srgbClr val="FF5700"/>
      </a:accent1>
      <a:accent2>
        <a:srgbClr val="D6D1C4"/>
      </a:accent2>
      <a:accent3>
        <a:srgbClr val="1A1F6C"/>
      </a:accent3>
      <a:accent4>
        <a:srgbClr val="41C0F0"/>
      </a:accent4>
      <a:accent5>
        <a:srgbClr val="71C2AD"/>
      </a:accent5>
      <a:accent6>
        <a:srgbClr val="3585C6"/>
      </a:accent6>
      <a:hlink>
        <a:srgbClr val="1A1F6C"/>
      </a:hlink>
      <a:folHlink>
        <a:srgbClr val="FF5700"/>
      </a:folHlink>
    </a:clrScheme>
    <a:fontScheme name="Personalizado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6106608CD37534BB4C28FB2F6B4A65B" ma:contentTypeVersion="17" ma:contentTypeDescription="Crear nuevo documento." ma:contentTypeScope="" ma:versionID="cb7fb0f55dfd73aa80cae36747a02b96">
  <xsd:schema xmlns:xsd="http://www.w3.org/2001/XMLSchema" xmlns:xs="http://www.w3.org/2001/XMLSchema" xmlns:p="http://schemas.microsoft.com/office/2006/metadata/properties" xmlns:ns2="a3536564-9972-4d40-a9cf-072cc4b2a892" xmlns:ns3="f27e2f58-69fc-47f3-b0c0-05ce3f4fc054" targetNamespace="http://schemas.microsoft.com/office/2006/metadata/properties" ma:root="true" ma:fieldsID="b7cc2c2fe75a180fb020c964759d03c7" ns2:_="" ns3:_="">
    <xsd:import namespace="a3536564-9972-4d40-a9cf-072cc4b2a892"/>
    <xsd:import namespace="f27e2f58-69fc-47f3-b0c0-05ce3f4fc0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36564-9972-4d40-a9cf-072cc4b2a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af706f70-6741-4eaf-855e-cba6c41f67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7e2f58-69fc-47f3-b0c0-05ce3f4fc0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534c83c-ce8b-4d3b-a5eb-22da00a24437}" ma:internalName="TaxCatchAll" ma:showField="CatchAllData" ma:web="f27e2f58-69fc-47f3-b0c0-05ce3f4fc0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536564-9972-4d40-a9cf-072cc4b2a892">
      <Terms xmlns="http://schemas.microsoft.com/office/infopath/2007/PartnerControls"/>
    </lcf76f155ced4ddcb4097134ff3c332f>
    <TaxCatchAll xmlns="f27e2f58-69fc-47f3-b0c0-05ce3f4fc054" xsi:nil="true"/>
  </documentManagement>
</p:properties>
</file>

<file path=customXml/itemProps1.xml><?xml version="1.0" encoding="utf-8"?>
<ds:datastoreItem xmlns:ds="http://schemas.openxmlformats.org/officeDocument/2006/customXml" ds:itemID="{82BF540D-96D7-4C2D-9E8D-2D701536514E}"/>
</file>

<file path=customXml/itemProps2.xml><?xml version="1.0" encoding="utf-8"?>
<ds:datastoreItem xmlns:ds="http://schemas.openxmlformats.org/officeDocument/2006/customXml" ds:itemID="{2E9A95B2-8688-48EF-84CE-14781CC989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4B93E9-F4DF-4611-8583-37C37835B1D9}">
  <ds:schemaRefs>
    <ds:schemaRef ds:uri="http://schemas.microsoft.com/office/2006/metadata/properties"/>
    <ds:schemaRef ds:uri="http://schemas.microsoft.com/office/infopath/2007/PartnerControls"/>
    <ds:schemaRef ds:uri="fb67c426-3324-4470-bd0d-45cc4ad7601f"/>
    <ds:schemaRef ds:uri="4a38d081-a302-45ad-99ee-367cf086f3a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978</Words>
  <Application>Microsoft Office PowerPoint</Application>
  <PresentationFormat>Panorámica</PresentationFormat>
  <Paragraphs>202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CUNEF</vt:lpstr>
      <vt:lpstr>Presentación de PowerPoint</vt:lpstr>
      <vt:lpstr>Párrafo intruducción largo, lorem ipsum dolor sit amet, consectetuer adipiscing elit, sed diam  nonummy nibh euismod</vt:lpstr>
      <vt:lpstr>Índice</vt:lpstr>
      <vt:lpstr>01</vt:lpstr>
      <vt:lpstr>Título slide (3 párrafos, con fondo)</vt:lpstr>
      <vt:lpstr>Título slide (2 párrafos, con imagen)</vt:lpstr>
      <vt:lpstr>Presentación de PowerPoint</vt:lpstr>
      <vt:lpstr>Título slide  </vt:lpstr>
      <vt:lpstr>Título de la slide hit qui cum aliquia</vt:lpstr>
      <vt:lpstr>Título slide</vt:lpstr>
      <vt:lpstr>Título de la slide</vt:lpstr>
      <vt:lpstr>Título de la slide</vt:lpstr>
      <vt:lpstr>Título de la slide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Chocano</dc:creator>
  <cp:lastModifiedBy>Landaluce González, Pablo</cp:lastModifiedBy>
  <cp:revision>19</cp:revision>
  <dcterms:created xsi:type="dcterms:W3CDTF">2023-10-19T11:06:34Z</dcterms:created>
  <dcterms:modified xsi:type="dcterms:W3CDTF">2023-11-24T12:48:00Z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0x010100674F433DA4CB3C46AF37F7ACC66AC7B4</vt:lpwstr>
  </property>
  <property fmtid="{D5CDD505-2E9C-101B-9397-08002B2CF9AE}" pid="3" name="MediaServiceImageTags">
    <vt:lpwstr/>
  </property>
</Properties>
</file>